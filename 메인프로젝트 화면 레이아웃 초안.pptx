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06" r:id="rId3"/>
    <p:sldId id="307" r:id="rId4"/>
    <p:sldId id="308" r:id="rId5"/>
    <p:sldId id="309" r:id="rId6"/>
    <p:sldId id="288" r:id="rId7"/>
    <p:sldId id="256" r:id="rId8"/>
    <p:sldId id="294" r:id="rId9"/>
    <p:sldId id="258" r:id="rId10"/>
    <p:sldId id="295" r:id="rId11"/>
    <p:sldId id="259" r:id="rId12"/>
    <p:sldId id="260" r:id="rId13"/>
    <p:sldId id="296" r:id="rId14"/>
    <p:sldId id="272" r:id="rId15"/>
    <p:sldId id="262" r:id="rId16"/>
    <p:sldId id="263" r:id="rId17"/>
    <p:sldId id="264" r:id="rId18"/>
    <p:sldId id="297" r:id="rId19"/>
    <p:sldId id="265" r:id="rId20"/>
    <p:sldId id="305" r:id="rId21"/>
    <p:sldId id="298" r:id="rId22"/>
    <p:sldId id="267" r:id="rId23"/>
    <p:sldId id="299" r:id="rId24"/>
    <p:sldId id="300" r:id="rId25"/>
    <p:sldId id="301" r:id="rId26"/>
    <p:sldId id="266" r:id="rId27"/>
    <p:sldId id="292" r:id="rId28"/>
    <p:sldId id="278" r:id="rId29"/>
    <p:sldId id="284" r:id="rId30"/>
    <p:sldId id="302" r:id="rId31"/>
    <p:sldId id="280" r:id="rId32"/>
    <p:sldId id="279" r:id="rId33"/>
    <p:sldId id="293" r:id="rId34"/>
    <p:sldId id="285" r:id="rId35"/>
    <p:sldId id="286" r:id="rId36"/>
    <p:sldId id="303" r:id="rId37"/>
    <p:sldId id="281" r:id="rId38"/>
    <p:sldId id="287" r:id="rId39"/>
    <p:sldId id="304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>
        <p:scale>
          <a:sx n="111" d="100"/>
          <a:sy n="111" d="100"/>
        </p:scale>
        <p:origin x="6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B298E-66F0-AE59-82DF-E508944D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5B4964-FFAA-22A0-E9CA-200B6102E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FE0BE4-C234-53B8-92EA-D20F65D2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D8172-97E2-A454-197D-AF890DF1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34979-4D7A-6DFB-76B1-1C64788F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1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4D64F-ABFD-FFED-D184-F1F9728E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CB328-7948-AFD8-DFA4-EB7E7F9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0AD05-05D1-4F24-31B1-7D0A4E92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6AC67-A739-70B7-4BCE-D2DCF30C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C0F46-02F1-3C8E-B9B3-ECF2CB68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1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8F5E5-8D0E-6476-7E18-36385008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299A9-7C08-C6B9-1A05-B7FFEBA03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086F6-5B43-D406-4CE6-1F29F4F0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B42F-6F65-1470-C968-4258525F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822E6-58F7-0B82-82AD-9CBFABA2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74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88F69-3BBF-53E4-B2E7-CFC55E87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4C1E8-7E2C-5994-E7AB-51C324433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8FF08-A7BB-BBA7-94F9-2A5E7709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AE3E7-2249-8122-A49F-0E5FA7CD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E00B3-89E3-87E0-DD91-054C3836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D87A5-0C9B-4DA5-B890-C5092A1F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03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EFF38-B623-D0BF-8C96-019535B8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63E339-2B9E-9A52-F542-2FFD4B8A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2368BD-C5AD-B701-27D7-D59B743A3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3F3724-1200-CCFB-4050-D0899E5A2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E8A65-BFB1-997C-C4FF-7C00166A0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492687-CD31-59CF-5116-D406991E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9D256C-642B-54FF-CA98-3AC32553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6D65C-6006-4A8D-6865-DAE1556F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13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7EBE4-93E6-D177-D4F1-CC195035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C19546-A993-8089-0735-58531313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5E543-ECA2-08E9-4348-A496B84F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902E1-2B85-A831-23B0-9CD53178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72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91EF7E-B248-BB3C-996A-FEC507D7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8929B9-3694-1C7B-3E97-E8E0E6D5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C9730-6482-0AD5-C1A2-68664B40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8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9DC8E-A677-9A72-61D7-3764F8B2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8178A-F941-BCC4-5F08-FD13C1EE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D21900-DF32-5A75-C6C6-9DF644E4A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E5C3F-6422-AC83-2D73-FF484796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C345E-11A0-9259-6BBE-EC550F07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954715-3769-6E79-F6C4-67160498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2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B271B-5C09-163E-00AB-47869651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DC8FCB-3899-8AB1-9E4A-5CF3BE34A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77E49F-F29C-909B-6F26-F884DDD44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CB3614-A442-B3B6-E356-A6C0CA78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735BFB-0F77-C3D7-015E-95D99CD9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C1554-0328-BF02-A234-1E9EEADF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15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C1FC4-A889-7545-1FC1-F4677A30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AA9F3-083F-4FBA-924E-C728B95B6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A75C1-04D0-B07F-48FF-2B8820B2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63F89-2990-5B30-2CD6-2977F624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A47D8-9FEF-264F-59F2-21CE4B8D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4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EE9282-6CB6-8AC2-0A79-D9D420F2C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9E638-687D-AEEA-9DB2-77BB9A494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3BC91-CBB8-618A-045E-137B216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8A221-D284-D038-1BD5-84A7C63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BA0AD-35C1-A11C-AB4C-772544BB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93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86FA6-C425-5808-C1A8-1D628471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C43E1D-FB80-4E38-2CB3-45F8A347C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C2726-6E72-C456-438B-298B5ACEA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9A848-D5B1-4EB2-B216-481B209BCA6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00A7F-F450-837D-0C95-B1F27FD34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A4B95-F9EB-D916-047B-944AEDD3F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4F25-6BE8-86EF-A531-FA09D2C4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6CFF6A2-4F3B-DF53-7B8C-BEAF120A3E9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9B2527-46E1-E607-251B-EE84B87E16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홈 </a:t>
            </a:r>
            <a:r>
              <a:rPr lang="en-US" altLang="ko-KR" sz="2400" b="1" dirty="0"/>
              <a:t>- </a:t>
            </a:r>
            <a:r>
              <a:rPr lang="ko-KR" altLang="en-US" sz="2400" b="1" dirty="0" err="1"/>
              <a:t>메인화면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BDAF2E-9CFC-C7C6-C7FB-07F0CC123A89}"/>
              </a:ext>
            </a:extLst>
          </p:cNvPr>
          <p:cNvSpPr/>
          <p:nvPr/>
        </p:nvSpPr>
        <p:spPr>
          <a:xfrm>
            <a:off x="1008133" y="1630393"/>
            <a:ext cx="9885871" cy="4684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53392D-3785-6A3B-14E8-09D3C003FFF2}"/>
              </a:ext>
            </a:extLst>
          </p:cNvPr>
          <p:cNvSpPr/>
          <p:nvPr/>
        </p:nvSpPr>
        <p:spPr>
          <a:xfrm>
            <a:off x="3079630" y="1724050"/>
            <a:ext cx="6728605" cy="734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이달의 </a:t>
            </a:r>
            <a:r>
              <a:rPr lang="ko-KR" altLang="en-US" sz="3200" b="1" dirty="0" err="1"/>
              <a:t>우수팀</a:t>
            </a:r>
            <a:endParaRPr lang="ko-KR" altLang="en-US" sz="3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7B467-C231-6000-19DD-63230EA09E21}"/>
              </a:ext>
            </a:extLst>
          </p:cNvPr>
          <p:cNvSpPr/>
          <p:nvPr/>
        </p:nvSpPr>
        <p:spPr>
          <a:xfrm>
            <a:off x="1463616" y="2697911"/>
            <a:ext cx="8568905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공지사항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/>
              <a:t>제목만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4603B46-7D2D-7501-C893-AE8CC01B2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94460"/>
              </p:ext>
            </p:extLst>
          </p:nvPr>
        </p:nvGraphicFramePr>
        <p:xfrm>
          <a:off x="917300" y="766173"/>
          <a:ext cx="9881150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230">
                  <a:extLst>
                    <a:ext uri="{9D8B030D-6E8A-4147-A177-3AD203B41FA5}">
                      <a16:colId xmlns:a16="http://schemas.microsoft.com/office/drawing/2014/main" val="2720917285"/>
                    </a:ext>
                  </a:extLst>
                </a:gridCol>
                <a:gridCol w="1976230">
                  <a:extLst>
                    <a:ext uri="{9D8B030D-6E8A-4147-A177-3AD203B41FA5}">
                      <a16:colId xmlns:a16="http://schemas.microsoft.com/office/drawing/2014/main" val="1328274552"/>
                    </a:ext>
                  </a:extLst>
                </a:gridCol>
                <a:gridCol w="1976230">
                  <a:extLst>
                    <a:ext uri="{9D8B030D-6E8A-4147-A177-3AD203B41FA5}">
                      <a16:colId xmlns:a16="http://schemas.microsoft.com/office/drawing/2014/main" val="2342895878"/>
                    </a:ext>
                  </a:extLst>
                </a:gridCol>
                <a:gridCol w="1976230">
                  <a:extLst>
                    <a:ext uri="{9D8B030D-6E8A-4147-A177-3AD203B41FA5}">
                      <a16:colId xmlns:a16="http://schemas.microsoft.com/office/drawing/2014/main" val="2463979759"/>
                    </a:ext>
                  </a:extLst>
                </a:gridCol>
                <a:gridCol w="1976230">
                  <a:extLst>
                    <a:ext uri="{9D8B030D-6E8A-4147-A177-3AD203B41FA5}">
                      <a16:colId xmlns:a16="http://schemas.microsoft.com/office/drawing/2014/main" val="48261345"/>
                    </a:ext>
                  </a:extLst>
                </a:gridCol>
              </a:tblGrid>
              <a:tr h="587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현황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건의함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최고관리자랑 캐스트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각각 다르게 할당</a:t>
                      </a:r>
                      <a:r>
                        <a:rPr lang="en-US" altLang="ko-KR" sz="1100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마이페이지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로그인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로그아웃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136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60E092-3836-148C-37E4-889C94D32458}"/>
              </a:ext>
            </a:extLst>
          </p:cNvPr>
          <p:cNvSpPr/>
          <p:nvPr/>
        </p:nvSpPr>
        <p:spPr>
          <a:xfrm>
            <a:off x="9518905" y="2824841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84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92D8-A82D-06C9-21A4-F4EA74BF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59BDEF-960A-CF8C-B499-E88DF08B1664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952B6E-815B-0F91-1B3B-A1DB75E1494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전체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9BDEB-23CA-4EBE-1BAD-E0F15295CCC6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1D3103-2A06-A6E9-E80F-F94909FC8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13818"/>
              </p:ext>
            </p:extLst>
          </p:nvPr>
        </p:nvGraphicFramePr>
        <p:xfrm>
          <a:off x="1485746" y="2100153"/>
          <a:ext cx="8571346" cy="347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6548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404798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ED6990-B9AA-F3EE-C333-C189B11258E7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F38C7B-FD33-A6A8-E2C4-D20FECBCE966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892C1EE-D821-07C4-4520-CB8780CDDDDE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43BFC4-F699-08E5-887F-7F561DBED03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646090-6414-45C0-875C-F823CC56ADFE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1FF3E39C-F401-D565-2808-5A80A6DE2EDA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C357446-4494-ED76-7432-31877F845D50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744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BAC2-1C62-1EC0-83B3-929DAFC2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E54F6E-DFE8-C30E-EB8B-193F17D4963E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4EC8F-BDD5-621C-1B0B-CD9EB0C36E7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8B5DBF-67EB-A5EA-A522-5A2A9D58357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A9506E-AA42-14E3-95D6-50C1C28F7CD6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D5A76B-3C1E-DBB8-C693-A2BD205A92F9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D2C126-C38A-E617-CD3C-D701120EDCD4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898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B1D7-62B7-98E8-D572-312C616E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B35EE8-6400-14BD-1FF0-F0CEC97586ED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951C79-2378-15B5-0494-7BBDC3D520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7DEB81-A954-E05D-C397-8BAD5BB0946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36A17E-0E7B-AFBA-E8C7-C7D9199E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85257"/>
              </p:ext>
            </p:extLst>
          </p:nvPr>
        </p:nvGraphicFramePr>
        <p:xfrm>
          <a:off x="1485746" y="2100153"/>
          <a:ext cx="8571345" cy="347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7385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3676319039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편집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A2D2273-C104-CE0E-253D-297C0376E1A2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16AC86-0503-D459-1DCC-DE5782AA3F13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9464FD-BC84-527C-5D78-FB9B96E6F263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739ED5-1929-674E-42A5-75B9DDF970E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9C5B67-415E-AB1F-1DE0-70C46DD953F8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C48E41E8-2F14-3F9A-363A-A86789434523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495D87-622A-A8F3-9972-BD7432435126}"/>
              </a:ext>
            </a:extLst>
          </p:cNvPr>
          <p:cNvSpPr/>
          <p:nvPr/>
        </p:nvSpPr>
        <p:spPr>
          <a:xfrm>
            <a:off x="7410293" y="16720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새로운 공지등록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1E408D-0AA2-F98A-3A25-2D826EBC8B60}"/>
              </a:ext>
            </a:extLst>
          </p:cNvPr>
          <p:cNvSpPr/>
          <p:nvPr/>
        </p:nvSpPr>
        <p:spPr>
          <a:xfrm>
            <a:off x="9448800" y="2842339"/>
            <a:ext cx="464297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413E80-972A-D787-0700-C183EEFBB311}"/>
              </a:ext>
            </a:extLst>
          </p:cNvPr>
          <p:cNvSpPr/>
          <p:nvPr/>
        </p:nvSpPr>
        <p:spPr>
          <a:xfrm>
            <a:off x="9137643" y="3415848"/>
            <a:ext cx="7754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923D80-192A-695B-284A-76327A4E1903}"/>
              </a:ext>
            </a:extLst>
          </p:cNvPr>
          <p:cNvSpPr/>
          <p:nvPr/>
        </p:nvSpPr>
        <p:spPr>
          <a:xfrm>
            <a:off x="9137642" y="3995364"/>
            <a:ext cx="7754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1BDD4C2-EEC3-3D2A-0D1F-DFB37E15A66B}"/>
              </a:ext>
            </a:extLst>
          </p:cNvPr>
          <p:cNvSpPr/>
          <p:nvPr/>
        </p:nvSpPr>
        <p:spPr>
          <a:xfrm>
            <a:off x="9137641" y="4516953"/>
            <a:ext cx="7754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D5563C6-62EC-4AEA-4886-331D78EEEBB2}"/>
              </a:ext>
            </a:extLst>
          </p:cNvPr>
          <p:cNvSpPr/>
          <p:nvPr/>
        </p:nvSpPr>
        <p:spPr>
          <a:xfrm>
            <a:off x="9137640" y="5135532"/>
            <a:ext cx="7754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2B041D9-5334-8B46-997E-F4DCEB6143C8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A0B109C-83B3-D3FE-6475-79D72D64DE87}"/>
              </a:ext>
            </a:extLst>
          </p:cNvPr>
          <p:cNvSpPr/>
          <p:nvPr/>
        </p:nvSpPr>
        <p:spPr>
          <a:xfrm>
            <a:off x="8984503" y="2842338"/>
            <a:ext cx="464297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02094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FD65-8772-03D7-31EC-E55F5C4B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AC3F4B-DE58-5890-8C9C-EB0D7504536A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83AC54-3BF9-6AF5-62C0-157DA7A3358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72B148-EEB5-C34E-FB32-18E4E063B3C0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19E1FD-502D-E265-8325-DDE7B6743DBD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3CD5C8-0220-2D57-D7AF-BE9BA4041FE4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3D724D-ACE8-A9CA-1924-93C946C30D4C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CF75EA0-9DEA-C97E-226B-0306A1FA5F6E}"/>
              </a:ext>
            </a:extLst>
          </p:cNvPr>
          <p:cNvSpPr/>
          <p:nvPr/>
        </p:nvSpPr>
        <p:spPr>
          <a:xfrm>
            <a:off x="8186468" y="580538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122429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861CF-6698-5BA3-09BA-49C47FDE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DA4F9-CFB5-0190-9697-7FE724C4F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31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1558C5-D903-197B-946B-FAF5A615D0F9}"/>
              </a:ext>
            </a:extLst>
          </p:cNvPr>
          <p:cNvSpPr/>
          <p:nvPr/>
        </p:nvSpPr>
        <p:spPr>
          <a:xfrm>
            <a:off x="612321" y="1488623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258E4-0AB1-A2DC-0287-F4964A766EB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회원가입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비회원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F1B4A2-3A4A-40A3-17AC-A94C38EACC03}"/>
              </a:ext>
            </a:extLst>
          </p:cNvPr>
          <p:cNvSpPr/>
          <p:nvPr/>
        </p:nvSpPr>
        <p:spPr>
          <a:xfrm>
            <a:off x="6414994" y="2282847"/>
            <a:ext cx="3605893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46BA9B-20F7-DF79-2F8B-2522A8B8C7AC}"/>
              </a:ext>
            </a:extLst>
          </p:cNvPr>
          <p:cNvSpPr/>
          <p:nvPr/>
        </p:nvSpPr>
        <p:spPr>
          <a:xfrm>
            <a:off x="7262988" y="290605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0A6D16-FDB4-3B58-8F76-2BBC4B9735F6}"/>
              </a:ext>
            </a:extLst>
          </p:cNvPr>
          <p:cNvSpPr/>
          <p:nvPr/>
        </p:nvSpPr>
        <p:spPr>
          <a:xfrm>
            <a:off x="7262988" y="406048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94DB48-4A3E-F417-3F2F-4E7D88D52C0C}"/>
              </a:ext>
            </a:extLst>
          </p:cNvPr>
          <p:cNvSpPr/>
          <p:nvPr/>
        </p:nvSpPr>
        <p:spPr>
          <a:xfrm>
            <a:off x="7262988" y="444529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F2C2D9-3FC9-0F0E-A90E-71E4C611F105}"/>
              </a:ext>
            </a:extLst>
          </p:cNvPr>
          <p:cNvSpPr/>
          <p:nvPr/>
        </p:nvSpPr>
        <p:spPr>
          <a:xfrm>
            <a:off x="7262988" y="329086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3D24C1-DC78-0975-9976-F882CD37E9FF}"/>
              </a:ext>
            </a:extLst>
          </p:cNvPr>
          <p:cNvSpPr/>
          <p:nvPr/>
        </p:nvSpPr>
        <p:spPr>
          <a:xfrm>
            <a:off x="7262988" y="4830107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E98B12-EB09-73EA-2745-578171F5365C}"/>
              </a:ext>
            </a:extLst>
          </p:cNvPr>
          <p:cNvSpPr/>
          <p:nvPr/>
        </p:nvSpPr>
        <p:spPr>
          <a:xfrm>
            <a:off x="7262988" y="367567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3212B-2255-1F83-26F9-473D782CE4FB}"/>
              </a:ext>
            </a:extLst>
          </p:cNvPr>
          <p:cNvSpPr txBox="1"/>
          <p:nvPr/>
        </p:nvSpPr>
        <p:spPr>
          <a:xfrm>
            <a:off x="6926622" y="25118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E4438-AFCE-4491-401F-E00F2D1B71C7}"/>
              </a:ext>
            </a:extLst>
          </p:cNvPr>
          <p:cNvSpPr txBox="1"/>
          <p:nvPr/>
        </p:nvSpPr>
        <p:spPr>
          <a:xfrm>
            <a:off x="6632845" y="282985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AD299-4839-D1F6-51D9-6895C56E3515}"/>
              </a:ext>
            </a:extLst>
          </p:cNvPr>
          <p:cNvSpPr txBox="1"/>
          <p:nvPr/>
        </p:nvSpPr>
        <p:spPr>
          <a:xfrm>
            <a:off x="6568757" y="3211304"/>
            <a:ext cx="54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515826" y="35927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284993" y="39741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DFFC9-D786-FF55-D62F-99BDC4DFF7B5}"/>
              </a:ext>
            </a:extLst>
          </p:cNvPr>
          <p:cNvSpPr txBox="1"/>
          <p:nvPr/>
        </p:nvSpPr>
        <p:spPr>
          <a:xfrm>
            <a:off x="6400410" y="43556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소속팀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C8971-9456-0A47-B26E-E6D701F80E4B}"/>
              </a:ext>
            </a:extLst>
          </p:cNvPr>
          <p:cNvSpPr txBox="1"/>
          <p:nvPr/>
        </p:nvSpPr>
        <p:spPr>
          <a:xfrm>
            <a:off x="6515826" y="473709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7D132A-FBDA-AFB9-7A8E-E5D9613AF998}"/>
              </a:ext>
            </a:extLst>
          </p:cNvPr>
          <p:cNvSpPr txBox="1"/>
          <p:nvPr/>
        </p:nvSpPr>
        <p:spPr>
          <a:xfrm>
            <a:off x="1117229" y="434556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AEB244-5852-62E1-1721-350D07B39BE4}"/>
              </a:ext>
            </a:extLst>
          </p:cNvPr>
          <p:cNvSpPr/>
          <p:nvPr/>
        </p:nvSpPr>
        <p:spPr>
          <a:xfrm>
            <a:off x="9222416" y="5199179"/>
            <a:ext cx="71788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F8D26-63B5-37CE-74E4-CEB5E93D42A6}"/>
              </a:ext>
            </a:extLst>
          </p:cNvPr>
          <p:cNvSpPr/>
          <p:nvPr/>
        </p:nvSpPr>
        <p:spPr>
          <a:xfrm>
            <a:off x="1402634" y="2353213"/>
            <a:ext cx="4380746" cy="3611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개인정보 이용동의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AF3CBA-100C-4C58-9496-9575680C8053}"/>
              </a:ext>
            </a:extLst>
          </p:cNvPr>
          <p:cNvSpPr/>
          <p:nvPr/>
        </p:nvSpPr>
        <p:spPr>
          <a:xfrm>
            <a:off x="3176756" y="5469446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B1FA6E-9799-F1A9-6779-A8E6EEE2ECA4}"/>
              </a:ext>
            </a:extLst>
          </p:cNvPr>
          <p:cNvSpPr/>
          <p:nvPr/>
        </p:nvSpPr>
        <p:spPr>
          <a:xfrm>
            <a:off x="4308754" y="5463793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087E1-8FF3-9037-D2D7-46278C6B1E6F}"/>
              </a:ext>
            </a:extLst>
          </p:cNvPr>
          <p:cNvSpPr txBox="1"/>
          <p:nvPr/>
        </p:nvSpPr>
        <p:spPr>
          <a:xfrm>
            <a:off x="2633017" y="541462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동의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AC86B-18AB-C332-9972-DDFDC6851B45}"/>
              </a:ext>
            </a:extLst>
          </p:cNvPr>
          <p:cNvSpPr txBox="1"/>
          <p:nvPr/>
        </p:nvSpPr>
        <p:spPr>
          <a:xfrm>
            <a:off x="3605431" y="541462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비동의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0182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657B3-7E82-75D8-3E2D-3B64B814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88F8-BE9A-D72F-8EBA-D291832E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캐스트</a:t>
            </a:r>
          </a:p>
        </p:txBody>
      </p:sp>
    </p:spTree>
    <p:extLst>
      <p:ext uri="{BB962C8B-B14F-4D97-AF65-F5344CB8AC3E}">
        <p14:creationId xmlns:p14="http://schemas.microsoft.com/office/powerpoint/2010/main" val="294686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FC9C-5FCA-9267-EF30-AA1208F7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D158639-C62F-EC7E-93A7-B061D89AF242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605C57-2964-7FF7-88A6-368D331B577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캐스트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F4EC8A-27CD-D32B-CAF9-8200DD17E93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F06B556-C0C1-69C3-D363-EF2E3D80E97E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57BA42-7EA9-D534-E5A7-7834150E6968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D72C86-F9FA-AE0D-2917-130D597F8E6A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9F9BF5-0299-20E6-C92E-D591CE9C0BDA}"/>
              </a:ext>
            </a:extLst>
          </p:cNvPr>
          <p:cNvSpPr/>
          <p:nvPr/>
        </p:nvSpPr>
        <p:spPr>
          <a:xfrm>
            <a:off x="8058273" y="5780479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33266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2C2D6-084F-1C90-909A-7AEA53BC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5B73B-652A-FB97-1F7C-6696F5CB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249058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20A8-0896-5E26-7E62-E1299F6C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F5893D-2476-344F-E212-A5E18AFE6628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44FB64-04C4-0B09-4C48-04FBFCD8DDA8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5E30B-325A-18F2-8706-B8588B70C83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8DC5F6-3F48-B8AE-F6F8-115CBE8AF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72073"/>
              </p:ext>
            </p:extLst>
          </p:nvPr>
        </p:nvGraphicFramePr>
        <p:xfrm>
          <a:off x="1485746" y="2100153"/>
          <a:ext cx="8571346" cy="339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6548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404798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건의내역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조치 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     (</a:t>
                      </a:r>
                      <a:r>
                        <a:rPr lang="ko-KR" altLang="en-US" dirty="0"/>
                        <a:t>들어가본 건의내역은 바탕색이 변하게</a:t>
                      </a:r>
                      <a:r>
                        <a:rPr lang="en-US" altLang="ko-KR" dirty="0"/>
                        <a:t>)      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조치전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조치 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BE31C5E-3BCC-587E-FDCD-51F6E80DCCD3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6B668C-8406-8DC6-C4C4-867AF3C91778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35D950-5A18-434F-1745-F7CEA2EDB211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577021-AAD8-D006-B734-1D5ECBF46107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16C5F9-6501-72B9-E269-7CED6C8979DB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</a:t>
            </a:r>
            <a:r>
              <a:rPr lang="ko-KR" altLang="en-US" dirty="0"/>
              <a:t>조치여부 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5CF84484-4860-9D79-FB8C-6E3436855DB9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507E42-6E8F-F069-2EC0-B63455AE8A12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0606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1C8E-8E02-6855-921D-674FBAC3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1F509E-BA2D-A450-48A4-5597CAE86E2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C0825A-5793-D030-8E25-BB062D39C61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B0A92-FD5E-5622-E717-95C77E32AA26}"/>
              </a:ext>
            </a:extLst>
          </p:cNvPr>
          <p:cNvSpPr/>
          <p:nvPr/>
        </p:nvSpPr>
        <p:spPr>
          <a:xfrm>
            <a:off x="1374835" y="2054628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EB0557-18B7-DCC8-DF60-D1D6060BEE52}"/>
              </a:ext>
            </a:extLst>
          </p:cNvPr>
          <p:cNvCxnSpPr/>
          <p:nvPr/>
        </p:nvCxnSpPr>
        <p:spPr>
          <a:xfrm>
            <a:off x="2142836" y="2770909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911251C-090D-88E7-A26A-52A84DD2C0A4}"/>
              </a:ext>
            </a:extLst>
          </p:cNvPr>
          <p:cNvCxnSpPr/>
          <p:nvPr/>
        </p:nvCxnSpPr>
        <p:spPr>
          <a:xfrm>
            <a:off x="2142836" y="4881418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9B971B-3C94-3DDE-D43F-6DED8DEFF029}"/>
              </a:ext>
            </a:extLst>
          </p:cNvPr>
          <p:cNvSpPr txBox="1"/>
          <p:nvPr/>
        </p:nvSpPr>
        <p:spPr>
          <a:xfrm>
            <a:off x="2092779" y="2316822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/>
              <a:t>안녕하세요 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50A63-8BE7-B689-5B6A-463C3A11065A}"/>
              </a:ext>
            </a:extLst>
          </p:cNvPr>
          <p:cNvSpPr txBox="1"/>
          <p:nvPr/>
        </p:nvSpPr>
        <p:spPr>
          <a:xfrm>
            <a:off x="2092778" y="2981345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내용</a:t>
            </a:r>
            <a:r>
              <a:rPr lang="en-US" altLang="ko-KR" dirty="0"/>
              <a:t>: </a:t>
            </a:r>
            <a:r>
              <a:rPr lang="ko-KR" altLang="en-US" dirty="0"/>
              <a:t>안녕하세요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07F71EC-50CA-3899-B454-9723D08783D6}"/>
              </a:ext>
            </a:extLst>
          </p:cNvPr>
          <p:cNvSpPr/>
          <p:nvPr/>
        </p:nvSpPr>
        <p:spPr>
          <a:xfrm>
            <a:off x="8950036" y="5045549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75ED50-FEEF-E2EE-82B9-8964A9C1BE7A}"/>
              </a:ext>
            </a:extLst>
          </p:cNvPr>
          <p:cNvSpPr/>
          <p:nvPr/>
        </p:nvSpPr>
        <p:spPr>
          <a:xfrm>
            <a:off x="1741054" y="5066330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83FCFF-9B25-6CF8-AA47-520F561D58DC}"/>
              </a:ext>
            </a:extLst>
          </p:cNvPr>
          <p:cNvSpPr/>
          <p:nvPr/>
        </p:nvSpPr>
        <p:spPr>
          <a:xfrm>
            <a:off x="7410091" y="5022397"/>
            <a:ext cx="135722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조치완료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40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D726B-6102-AD35-D6F4-7BBCDC68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8390D-9A81-9BA7-175E-D2C7178AD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151566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26A5-7378-3765-DAFE-7F0F4B40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4A6EA0-58F8-8ADC-7B0C-F29E4CB4BE7B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81D46F-55E9-C368-D35B-F1FC15590ACF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D497F-3FB4-0195-D86A-3CB1E284CD08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F1CCCB-441B-C95A-BFB9-1D16C0C540EA}"/>
              </a:ext>
            </a:extLst>
          </p:cNvPr>
          <p:cNvSpPr/>
          <p:nvPr/>
        </p:nvSpPr>
        <p:spPr>
          <a:xfrm>
            <a:off x="6127451" y="2511056"/>
            <a:ext cx="3554083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6E27C4-43FB-5596-BFEC-04FBF0213230}"/>
              </a:ext>
            </a:extLst>
          </p:cNvPr>
          <p:cNvSpPr/>
          <p:nvPr/>
        </p:nvSpPr>
        <p:spPr>
          <a:xfrm>
            <a:off x="6096000" y="3999884"/>
            <a:ext cx="3554083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092C8-7F47-C692-0C98-A18F1909E6E0}"/>
              </a:ext>
            </a:extLst>
          </p:cNvPr>
          <p:cNvSpPr/>
          <p:nvPr/>
        </p:nvSpPr>
        <p:spPr>
          <a:xfrm>
            <a:off x="6294407" y="2596551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 대상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0BD1EE-3667-4A3C-503F-90B524977E93}"/>
              </a:ext>
            </a:extLst>
          </p:cNvPr>
          <p:cNvSpPr/>
          <p:nvPr/>
        </p:nvSpPr>
        <p:spPr>
          <a:xfrm>
            <a:off x="6325858" y="4076442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6FC0D53-3BDC-FA40-B2E4-87DEB4045F59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A92381-536A-3084-4C8B-A929AEF2A57A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8BEDE8-2C8F-0979-0B1D-46BD7FA9D264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전체 스케쥴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90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37D1-2EB4-111F-20EA-512C2E6C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69F02B-07F3-BAF9-8925-5B9077440D8B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1C49EE-CB73-7410-061A-0ECF6C33B99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대상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5ED684-5237-6457-CF24-6BBB2C7CFB24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17EA1-05A7-C921-27BE-8E6CCF5CCFF2}"/>
              </a:ext>
            </a:extLst>
          </p:cNvPr>
          <p:cNvSpPr txBox="1"/>
          <p:nvPr/>
        </p:nvSpPr>
        <p:spPr>
          <a:xfrm>
            <a:off x="1305214" y="1972867"/>
            <a:ext cx="152477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점검 대상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F57C68-E557-2DA6-1685-F076596BA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04193"/>
              </p:ext>
            </p:extLst>
          </p:nvPr>
        </p:nvGraphicFramePr>
        <p:xfrm>
          <a:off x="1413162" y="2856185"/>
          <a:ext cx="8952510" cy="301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502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790502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790502">
                  <a:extLst>
                    <a:ext uri="{9D8B030D-6E8A-4147-A177-3AD203B41FA5}">
                      <a16:colId xmlns:a16="http://schemas.microsoft.com/office/drawing/2014/main" val="3489416848"/>
                    </a:ext>
                  </a:extLst>
                </a:gridCol>
                <a:gridCol w="1790502">
                  <a:extLst>
                    <a:ext uri="{9D8B030D-6E8A-4147-A177-3AD203B41FA5}">
                      <a16:colId xmlns:a16="http://schemas.microsoft.com/office/drawing/2014/main" val="1426874650"/>
                    </a:ext>
                  </a:extLst>
                </a:gridCol>
                <a:gridCol w="1790502">
                  <a:extLst>
                    <a:ext uri="{9D8B030D-6E8A-4147-A177-3AD203B41FA5}">
                      <a16:colId xmlns:a16="http://schemas.microsoft.com/office/drawing/2014/main" val="549997687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102873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E7C50D-CBA8-148D-175E-959B085F2687}"/>
              </a:ext>
            </a:extLst>
          </p:cNvPr>
          <p:cNvSpPr/>
          <p:nvPr/>
        </p:nvSpPr>
        <p:spPr>
          <a:xfrm>
            <a:off x="9160328" y="3415061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F0EACF-CC35-05E5-8AD9-916CAF2E8F1E}"/>
              </a:ext>
            </a:extLst>
          </p:cNvPr>
          <p:cNvSpPr/>
          <p:nvPr/>
        </p:nvSpPr>
        <p:spPr>
          <a:xfrm>
            <a:off x="9160328" y="3933082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A4F4C3-632F-8CF5-1806-59B3944BCF8F}"/>
              </a:ext>
            </a:extLst>
          </p:cNvPr>
          <p:cNvSpPr/>
          <p:nvPr/>
        </p:nvSpPr>
        <p:spPr>
          <a:xfrm>
            <a:off x="9160328" y="4450529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5740284-E094-6079-EF66-48F5731CB4D2}"/>
              </a:ext>
            </a:extLst>
          </p:cNvPr>
          <p:cNvSpPr/>
          <p:nvPr/>
        </p:nvSpPr>
        <p:spPr>
          <a:xfrm>
            <a:off x="9160327" y="4911931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233C5CA-1971-EFBE-E318-B320CEAEFEE9}"/>
              </a:ext>
            </a:extLst>
          </p:cNvPr>
          <p:cNvSpPr/>
          <p:nvPr/>
        </p:nvSpPr>
        <p:spPr>
          <a:xfrm>
            <a:off x="9160327" y="5429378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FB8AC5-CEE0-D7B1-AC8D-61B1806DED06}"/>
              </a:ext>
            </a:extLst>
          </p:cNvPr>
          <p:cNvSpPr/>
          <p:nvPr/>
        </p:nvSpPr>
        <p:spPr>
          <a:xfrm>
            <a:off x="8285017" y="1924451"/>
            <a:ext cx="1923637" cy="46166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대상 추가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9ACE8B1-38EA-03FD-83C7-E99474954254}"/>
              </a:ext>
            </a:extLst>
          </p:cNvPr>
          <p:cNvSpPr/>
          <p:nvPr/>
        </p:nvSpPr>
        <p:spPr>
          <a:xfrm>
            <a:off x="4945706" y="2218857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F48375-BECF-1C75-3D0C-BF37A8C7E7E9}"/>
              </a:ext>
            </a:extLst>
          </p:cNvPr>
          <p:cNvSpPr/>
          <p:nvPr/>
        </p:nvSpPr>
        <p:spPr>
          <a:xfrm>
            <a:off x="3100988" y="2231836"/>
            <a:ext cx="1507629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D9573FB4-F5D5-9966-FEB7-A30520F9BA49}"/>
              </a:ext>
            </a:extLst>
          </p:cNvPr>
          <p:cNvSpPr/>
          <p:nvPr/>
        </p:nvSpPr>
        <p:spPr>
          <a:xfrm rot="10800000">
            <a:off x="4291323" y="230011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F8A1C1B-9BE7-5CBB-B5EE-0ED5A80B4960}"/>
              </a:ext>
            </a:extLst>
          </p:cNvPr>
          <p:cNvSpPr/>
          <p:nvPr/>
        </p:nvSpPr>
        <p:spPr>
          <a:xfrm>
            <a:off x="9132618" y="6006093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01881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07AB-FBC3-AC59-3846-A46AB98B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C2A374-FC4B-1C9D-F81E-81E61ED38DA9}"/>
              </a:ext>
            </a:extLst>
          </p:cNvPr>
          <p:cNvSpPr/>
          <p:nvPr/>
        </p:nvSpPr>
        <p:spPr>
          <a:xfrm>
            <a:off x="710293" y="1283855"/>
            <a:ext cx="10295164" cy="546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1CCC3-FF29-BB0B-EE84-8CAD9F93726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관리 대상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점검 대상 추가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최고관리자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91DADC-B8FB-3537-889E-F99E99563963}"/>
              </a:ext>
            </a:extLst>
          </p:cNvPr>
          <p:cNvSpPr/>
          <p:nvPr/>
        </p:nvSpPr>
        <p:spPr>
          <a:xfrm>
            <a:off x="1314450" y="1717965"/>
            <a:ext cx="8784771" cy="4396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C84D550-CC3A-5217-82AD-A6331C639E22}"/>
              </a:ext>
            </a:extLst>
          </p:cNvPr>
          <p:cNvSpPr/>
          <p:nvPr/>
        </p:nvSpPr>
        <p:spPr>
          <a:xfrm>
            <a:off x="1791852" y="1952285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종류</a:t>
            </a:r>
            <a:r>
              <a:rPr lang="en-US" altLang="ko-KR" dirty="0"/>
              <a:t>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59D419-24B4-74E0-A12C-9BCDFAE3581C}"/>
              </a:ext>
            </a:extLst>
          </p:cNvPr>
          <p:cNvSpPr/>
          <p:nvPr/>
        </p:nvSpPr>
        <p:spPr>
          <a:xfrm>
            <a:off x="1791851" y="2923671"/>
            <a:ext cx="7767781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이름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0EDA1C-66F9-AD30-6171-AD905BC097FE}"/>
              </a:ext>
            </a:extLst>
          </p:cNvPr>
          <p:cNvSpPr/>
          <p:nvPr/>
        </p:nvSpPr>
        <p:spPr>
          <a:xfrm>
            <a:off x="1791852" y="3934329"/>
            <a:ext cx="7767780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주기</a:t>
            </a:r>
            <a:r>
              <a:rPr lang="en-US" altLang="ko-KR" dirty="0"/>
              <a:t>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F0B28184-1258-2709-6154-786ABB7571E5}"/>
              </a:ext>
            </a:extLst>
          </p:cNvPr>
          <p:cNvSpPr/>
          <p:nvPr/>
        </p:nvSpPr>
        <p:spPr>
          <a:xfrm rot="10800000">
            <a:off x="9025212" y="2137068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A85AF3BD-6507-AF8E-CEC7-DD8DCC2382ED}"/>
              </a:ext>
            </a:extLst>
          </p:cNvPr>
          <p:cNvSpPr/>
          <p:nvPr/>
        </p:nvSpPr>
        <p:spPr>
          <a:xfrm rot="10800000">
            <a:off x="8989549" y="4158211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1C68848-FBEE-786F-3C49-60EB4CF718E4}"/>
              </a:ext>
            </a:extLst>
          </p:cNvPr>
          <p:cNvSpPr/>
          <p:nvPr/>
        </p:nvSpPr>
        <p:spPr>
          <a:xfrm>
            <a:off x="9214551" y="6314960"/>
            <a:ext cx="779189" cy="3084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25CA76-7A61-39E3-D4AC-297EECFC5E6F}"/>
              </a:ext>
            </a:extLst>
          </p:cNvPr>
          <p:cNvSpPr/>
          <p:nvPr/>
        </p:nvSpPr>
        <p:spPr>
          <a:xfrm>
            <a:off x="7568242" y="6196610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871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BDD6-CD00-C736-A093-F370A87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490E09-028F-5675-FE6D-9D82949A3311}"/>
              </a:ext>
            </a:extLst>
          </p:cNvPr>
          <p:cNvSpPr/>
          <p:nvPr/>
        </p:nvSpPr>
        <p:spPr>
          <a:xfrm>
            <a:off x="710293" y="1190996"/>
            <a:ext cx="10295164" cy="5560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82A565-3E6D-FFB3-88A4-4CAB73E021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유저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CA3D91-9F69-920C-FD98-2ED71A185EE0}"/>
              </a:ext>
            </a:extLst>
          </p:cNvPr>
          <p:cNvSpPr/>
          <p:nvPr/>
        </p:nvSpPr>
        <p:spPr>
          <a:xfrm>
            <a:off x="822385" y="1395186"/>
            <a:ext cx="9806132" cy="52124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723B7D1-4D3F-EDD6-F45B-E2116053F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805572"/>
              </p:ext>
            </p:extLst>
          </p:nvPr>
        </p:nvGraphicFramePr>
        <p:xfrm>
          <a:off x="1084899" y="2627433"/>
          <a:ext cx="928110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138">
                  <a:extLst>
                    <a:ext uri="{9D8B030D-6E8A-4147-A177-3AD203B41FA5}">
                      <a16:colId xmlns:a16="http://schemas.microsoft.com/office/drawing/2014/main" val="1597047524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52757621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336117730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563471225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1283780816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237829923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981311803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76355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94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44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8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22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9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6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633836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9BEB000-4505-3C3E-E2F9-D2037ED3DD56}"/>
              </a:ext>
            </a:extLst>
          </p:cNvPr>
          <p:cNvSpPr/>
          <p:nvPr/>
        </p:nvSpPr>
        <p:spPr>
          <a:xfrm>
            <a:off x="9270772" y="3056163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C442F3-F759-17CD-EE90-EA7CF11DA63B}"/>
              </a:ext>
            </a:extLst>
          </p:cNvPr>
          <p:cNvSpPr/>
          <p:nvPr/>
        </p:nvSpPr>
        <p:spPr>
          <a:xfrm>
            <a:off x="9270772" y="3447778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129178-0D46-410A-0626-F90179C82B5B}"/>
              </a:ext>
            </a:extLst>
          </p:cNvPr>
          <p:cNvSpPr/>
          <p:nvPr/>
        </p:nvSpPr>
        <p:spPr>
          <a:xfrm>
            <a:off x="9270772" y="3832647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24C8D7-6C1F-C590-1987-76AB6F010EF9}"/>
              </a:ext>
            </a:extLst>
          </p:cNvPr>
          <p:cNvSpPr/>
          <p:nvPr/>
        </p:nvSpPr>
        <p:spPr>
          <a:xfrm>
            <a:off x="9270772" y="4215655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7A4B29-1136-5362-A875-5980A265B52F}"/>
              </a:ext>
            </a:extLst>
          </p:cNvPr>
          <p:cNvSpPr/>
          <p:nvPr/>
        </p:nvSpPr>
        <p:spPr>
          <a:xfrm>
            <a:off x="9270772" y="4541114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72CE6D-9437-4E17-D54E-659D8FDFE037}"/>
              </a:ext>
            </a:extLst>
          </p:cNvPr>
          <p:cNvSpPr/>
          <p:nvPr/>
        </p:nvSpPr>
        <p:spPr>
          <a:xfrm>
            <a:off x="9270772" y="4925166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C42DAC-D7EC-4883-1C7A-3B9BA0B96F6E}"/>
              </a:ext>
            </a:extLst>
          </p:cNvPr>
          <p:cNvSpPr/>
          <p:nvPr/>
        </p:nvSpPr>
        <p:spPr>
          <a:xfrm>
            <a:off x="9289245" y="5312819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F13EFEF-F0B2-9386-26FA-1C90A6257BCA}"/>
              </a:ext>
            </a:extLst>
          </p:cNvPr>
          <p:cNvSpPr/>
          <p:nvPr/>
        </p:nvSpPr>
        <p:spPr>
          <a:xfrm>
            <a:off x="1360715" y="2174313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</a:t>
            </a:r>
            <a:r>
              <a:rPr lang="ko-KR" altLang="en-US" dirty="0"/>
              <a:t>부서 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513622DA-C413-159A-665D-0ED5F99384E3}"/>
              </a:ext>
            </a:extLst>
          </p:cNvPr>
          <p:cNvSpPr/>
          <p:nvPr/>
        </p:nvSpPr>
        <p:spPr>
          <a:xfrm rot="10800000">
            <a:off x="3111953" y="2254771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45996D1-81FA-AD7F-C6BE-5B5C13FF8F34}"/>
              </a:ext>
            </a:extLst>
          </p:cNvPr>
          <p:cNvSpPr/>
          <p:nvPr/>
        </p:nvSpPr>
        <p:spPr>
          <a:xfrm>
            <a:off x="3785509" y="2174312"/>
            <a:ext cx="2152304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</a:t>
            </a:r>
            <a:r>
              <a:rPr lang="ko-KR" altLang="en-US" dirty="0"/>
              <a:t>직책 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F7B5D35-A8C6-ABF0-3EC3-A78BC603CF54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30AD1F-9806-B98B-59F0-62F5B2AB7B12}"/>
              </a:ext>
            </a:extLst>
          </p:cNvPr>
          <p:cNvSpPr/>
          <p:nvPr/>
        </p:nvSpPr>
        <p:spPr>
          <a:xfrm>
            <a:off x="7362596" y="1690295"/>
            <a:ext cx="2152304" cy="723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직책 변경은 팝업으로 진행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A09F09A-3800-C96A-F079-9F08A7ED6044}"/>
              </a:ext>
            </a:extLst>
          </p:cNvPr>
          <p:cNvSpPr/>
          <p:nvPr/>
        </p:nvSpPr>
        <p:spPr>
          <a:xfrm>
            <a:off x="8149276" y="298808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직책변경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155D56D-4F67-945B-E763-EEB9F8A598A5}"/>
              </a:ext>
            </a:extLst>
          </p:cNvPr>
          <p:cNvSpPr/>
          <p:nvPr/>
        </p:nvSpPr>
        <p:spPr>
          <a:xfrm>
            <a:off x="8149276" y="342328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직책변경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090721D-66C2-58F2-7436-420AF85CB217}"/>
              </a:ext>
            </a:extLst>
          </p:cNvPr>
          <p:cNvSpPr/>
          <p:nvPr/>
        </p:nvSpPr>
        <p:spPr>
          <a:xfrm>
            <a:off x="8151794" y="3921447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직책변경</a:t>
            </a:r>
          </a:p>
        </p:txBody>
      </p:sp>
    </p:spTree>
    <p:extLst>
      <p:ext uri="{BB962C8B-B14F-4D97-AF65-F5344CB8AC3E}">
        <p14:creationId xmlns:p14="http://schemas.microsoft.com/office/powerpoint/2010/main" val="804485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A2E3E-776C-16D0-03DA-673C79A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DEEB0-F18C-C448-8FB0-4D42B7E4A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1441290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104D-68B2-85B1-5C13-4C6B8EBA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D7A236-BDFF-630D-4F52-8B6B7FEAD2A3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8A87CE-9EB6-32F5-6F8D-C8634CB7B714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 스케쥴 확인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766A47-066A-E825-2D94-610C8C5C5531}"/>
              </a:ext>
            </a:extLst>
          </p:cNvPr>
          <p:cNvSpPr/>
          <p:nvPr/>
        </p:nvSpPr>
        <p:spPr>
          <a:xfrm>
            <a:off x="1314450" y="1273630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9F1A41-4BC1-2A8D-D062-FCA19169B81C}"/>
              </a:ext>
            </a:extLst>
          </p:cNvPr>
          <p:cNvSpPr/>
          <p:nvPr/>
        </p:nvSpPr>
        <p:spPr>
          <a:xfrm>
            <a:off x="1746227" y="1901925"/>
            <a:ext cx="7963382" cy="1232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D54C9-15CB-0597-F23F-ECB318C09B31}"/>
              </a:ext>
            </a:extLst>
          </p:cNvPr>
          <p:cNvSpPr/>
          <p:nvPr/>
        </p:nvSpPr>
        <p:spPr>
          <a:xfrm>
            <a:off x="1746227" y="3751313"/>
            <a:ext cx="7963382" cy="197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5A8E7-CB01-F38C-9187-B2B917C552E8}"/>
              </a:ext>
            </a:extLst>
          </p:cNvPr>
          <p:cNvSpPr txBox="1"/>
          <p:nvPr/>
        </p:nvSpPr>
        <p:spPr>
          <a:xfrm>
            <a:off x="1738495" y="1377826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31106-5507-F570-6DED-8EBCF89FF366}"/>
              </a:ext>
            </a:extLst>
          </p:cNvPr>
          <p:cNvSpPr txBox="1"/>
          <p:nvPr/>
        </p:nvSpPr>
        <p:spPr>
          <a:xfrm>
            <a:off x="7973390" y="1356945"/>
            <a:ext cx="1524776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 추가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B7B0B1A-6AC7-BD59-AD7F-0AECAE84A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842135"/>
              </p:ext>
            </p:extLst>
          </p:nvPr>
        </p:nvGraphicFramePr>
        <p:xfrm>
          <a:off x="1932972" y="3979764"/>
          <a:ext cx="7384648" cy="163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243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258081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258081">
                  <a:extLst>
                    <a:ext uri="{9D8B030D-6E8A-4147-A177-3AD203B41FA5}">
                      <a16:colId xmlns:a16="http://schemas.microsoft.com/office/drawing/2014/main" val="4138269192"/>
                    </a:ext>
                  </a:extLst>
                </a:gridCol>
                <a:gridCol w="1258081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258081">
                  <a:extLst>
                    <a:ext uri="{9D8B030D-6E8A-4147-A177-3AD203B41FA5}">
                      <a16:colId xmlns:a16="http://schemas.microsoft.com/office/drawing/2014/main" val="768196854"/>
                    </a:ext>
                  </a:extLst>
                </a:gridCol>
                <a:gridCol w="1258081">
                  <a:extLst>
                    <a:ext uri="{9D8B030D-6E8A-4147-A177-3AD203B41FA5}">
                      <a16:colId xmlns:a16="http://schemas.microsoft.com/office/drawing/2014/main" val="4114897877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다음점검일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2593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B5C040-1118-196F-9170-6B4905CE7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22726"/>
              </p:ext>
            </p:extLst>
          </p:nvPr>
        </p:nvGraphicFramePr>
        <p:xfrm>
          <a:off x="1932971" y="2026705"/>
          <a:ext cx="7384615" cy="998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39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768196854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2835937862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D7119E5-4640-E9D0-6761-CCC80555ACB8}"/>
              </a:ext>
            </a:extLst>
          </p:cNvPr>
          <p:cNvSpPr txBox="1"/>
          <p:nvPr/>
        </p:nvSpPr>
        <p:spPr>
          <a:xfrm>
            <a:off x="8517401" y="575027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0FD908-8308-565D-0E47-2961D745E718}"/>
              </a:ext>
            </a:extLst>
          </p:cNvPr>
          <p:cNvSpPr txBox="1"/>
          <p:nvPr/>
        </p:nvSpPr>
        <p:spPr>
          <a:xfrm>
            <a:off x="1746227" y="319716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일반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36E7DD-8DC5-96D4-65B0-B791C8285D7F}"/>
              </a:ext>
            </a:extLst>
          </p:cNvPr>
          <p:cNvSpPr/>
          <p:nvPr/>
        </p:nvSpPr>
        <p:spPr>
          <a:xfrm>
            <a:off x="2820379" y="3394548"/>
            <a:ext cx="1872731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F69D5855-7B67-CE08-012F-91966882073A}"/>
              </a:ext>
            </a:extLst>
          </p:cNvPr>
          <p:cNvSpPr/>
          <p:nvPr/>
        </p:nvSpPr>
        <p:spPr>
          <a:xfrm rot="10800000">
            <a:off x="4433137" y="3459861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FB8B177-8B8C-A7F0-0178-1A05DA213C75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F2034D-D0C5-B678-D411-307AFFFA87B5}"/>
              </a:ext>
            </a:extLst>
          </p:cNvPr>
          <p:cNvSpPr/>
          <p:nvPr/>
        </p:nvSpPr>
        <p:spPr>
          <a:xfrm>
            <a:off x="10229833" y="1067267"/>
            <a:ext cx="2152304" cy="723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이름 변경은 팝업으로 진행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6DBE069-3034-AD8D-DC7E-9FBB4B9C9BC7}"/>
              </a:ext>
            </a:extLst>
          </p:cNvPr>
          <p:cNvSpPr/>
          <p:nvPr/>
        </p:nvSpPr>
        <p:spPr>
          <a:xfrm>
            <a:off x="8094419" y="259414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수정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05ED1A-4086-B9E8-C7BA-48F1487BFAE8}"/>
              </a:ext>
            </a:extLst>
          </p:cNvPr>
          <p:cNvSpPr/>
          <p:nvPr/>
        </p:nvSpPr>
        <p:spPr>
          <a:xfrm>
            <a:off x="8238425" y="460984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4ECF28A-2C32-9E5A-EB05-A9D994D7E22D}"/>
              </a:ext>
            </a:extLst>
          </p:cNvPr>
          <p:cNvSpPr/>
          <p:nvPr/>
        </p:nvSpPr>
        <p:spPr>
          <a:xfrm>
            <a:off x="8211866" y="5202635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</p:spTree>
    <p:extLst>
      <p:ext uri="{BB962C8B-B14F-4D97-AF65-F5344CB8AC3E}">
        <p14:creationId xmlns:p14="http://schemas.microsoft.com/office/powerpoint/2010/main" val="61115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FF84-7D13-257E-AEEB-2FA32E68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F8244A-438D-005C-046B-11F4C1D7C140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85058-5D74-0D7D-4489-259E6D82072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긴급점검 추가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74A546-9272-567F-7B1D-5A13DA288884}"/>
              </a:ext>
            </a:extLst>
          </p:cNvPr>
          <p:cNvSpPr/>
          <p:nvPr/>
        </p:nvSpPr>
        <p:spPr>
          <a:xfrm>
            <a:off x="1466374" y="1396094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29A631-6A39-4E74-CBA2-70F52E3A669A}"/>
              </a:ext>
            </a:extLst>
          </p:cNvPr>
          <p:cNvSpPr txBox="1"/>
          <p:nvPr/>
        </p:nvSpPr>
        <p:spPr>
          <a:xfrm>
            <a:off x="8517401" y="575027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9AA55-074B-8A35-077F-37D228579A81}"/>
              </a:ext>
            </a:extLst>
          </p:cNvPr>
          <p:cNvSpPr txBox="1"/>
          <p:nvPr/>
        </p:nvSpPr>
        <p:spPr>
          <a:xfrm>
            <a:off x="2383281" y="185623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긴급점검 추가페이지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6F481B-06C4-02BE-5789-08B1585794CF}"/>
              </a:ext>
            </a:extLst>
          </p:cNvPr>
          <p:cNvSpPr txBox="1"/>
          <p:nvPr/>
        </p:nvSpPr>
        <p:spPr>
          <a:xfrm>
            <a:off x="1972485" y="25526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9BAD200-C320-3030-4C84-8745D79AFE41}"/>
              </a:ext>
            </a:extLst>
          </p:cNvPr>
          <p:cNvSpPr/>
          <p:nvPr/>
        </p:nvSpPr>
        <p:spPr>
          <a:xfrm>
            <a:off x="2719647" y="2551265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37392C24-81E2-F4D2-F04E-070F5C7BAE8B}"/>
              </a:ext>
            </a:extLst>
          </p:cNvPr>
          <p:cNvSpPr/>
          <p:nvPr/>
        </p:nvSpPr>
        <p:spPr>
          <a:xfrm rot="10800000">
            <a:off x="3556485" y="2598592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6ADC98A-58D4-5DDE-BAA9-68883C1C32A7}"/>
              </a:ext>
            </a:extLst>
          </p:cNvPr>
          <p:cNvSpPr/>
          <p:nvPr/>
        </p:nvSpPr>
        <p:spPr>
          <a:xfrm>
            <a:off x="3110375" y="2978816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C22E2BD-9AEB-86AC-4F8B-517F609E0994}"/>
              </a:ext>
            </a:extLst>
          </p:cNvPr>
          <p:cNvSpPr/>
          <p:nvPr/>
        </p:nvSpPr>
        <p:spPr>
          <a:xfrm>
            <a:off x="2691905" y="3440907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66B9D487-A8E5-A18E-413C-F1EDFA2A3C87}"/>
              </a:ext>
            </a:extLst>
          </p:cNvPr>
          <p:cNvSpPr/>
          <p:nvPr/>
        </p:nvSpPr>
        <p:spPr>
          <a:xfrm rot="10800000">
            <a:off x="3940410" y="3026143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55669E5-365A-A4E4-4985-E958AFD5960C}"/>
              </a:ext>
            </a:extLst>
          </p:cNvPr>
          <p:cNvSpPr/>
          <p:nvPr/>
        </p:nvSpPr>
        <p:spPr>
          <a:xfrm>
            <a:off x="2691905" y="396214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7C8E58-C23A-872D-C3BB-4061A62D9123}"/>
              </a:ext>
            </a:extLst>
          </p:cNvPr>
          <p:cNvSpPr txBox="1"/>
          <p:nvPr/>
        </p:nvSpPr>
        <p:spPr>
          <a:xfrm>
            <a:off x="1814334" y="38586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42D9AA-DDF8-53D7-316F-FC911EF752F9}"/>
              </a:ext>
            </a:extLst>
          </p:cNvPr>
          <p:cNvSpPr txBox="1"/>
          <p:nvPr/>
        </p:nvSpPr>
        <p:spPr>
          <a:xfrm>
            <a:off x="1814334" y="33510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2C5F4F-9EFE-BC4A-9EF8-7EDD91586F89}"/>
              </a:ext>
            </a:extLst>
          </p:cNvPr>
          <p:cNvSpPr txBox="1"/>
          <p:nvPr/>
        </p:nvSpPr>
        <p:spPr>
          <a:xfrm>
            <a:off x="1916196" y="29479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점검대상</a:t>
            </a:r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BC039A4C-3518-2741-2927-E622C39C5492}"/>
              </a:ext>
            </a:extLst>
          </p:cNvPr>
          <p:cNvSpPr/>
          <p:nvPr/>
        </p:nvSpPr>
        <p:spPr>
          <a:xfrm rot="10800000">
            <a:off x="3574378" y="3533438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66D7F83-26B5-D2EE-53BF-0676EA103D78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73835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E81D8-15F4-17CA-BBE9-9D01F685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30FAB-3B31-368D-8CB0-17370D1A1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514808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097C-BE42-F32C-7EE4-0D91A87C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A6FA5C-2156-C1F2-298B-D226EBBC8EAB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1F03D3-C564-82C6-8880-A3332DEB558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점검팀원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5299C9-A357-5AF2-5214-947CC2A4F8FD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340129-F39F-5CBC-B540-4FC871EDA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791943"/>
              </p:ext>
            </p:extLst>
          </p:nvPr>
        </p:nvGraphicFramePr>
        <p:xfrm>
          <a:off x="1418140" y="2835796"/>
          <a:ext cx="8906478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ED34AED-59D1-1D40-37AB-E2C7F7C0DA9B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스케쥴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446FA3-27B5-48C3-D7DC-BC25ABDF70F3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4F1C3684-CD84-6DAE-FF61-81427372DE1D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8AC83A-D739-0F6F-A530-9E8ACC7874EB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70970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85473-F937-C8BF-9E27-34E4B349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F8551-DB82-5541-04F4-076A30C1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 </a:t>
            </a:r>
            <a:r>
              <a:rPr lang="ko-KR" altLang="en-US" dirty="0" err="1"/>
              <a:t>확인팀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517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6583-2C00-057D-E6B6-6120F96A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DF3C62-47D6-291A-CE0F-F8BC74EF22EC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21986C-D544-A1A5-52E4-67CFDF5D10E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2A2D07-27F1-D6FC-4759-5D32383E94DE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3EDAAD-71AE-3642-43C2-0C18B9D0D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228210"/>
              </p:ext>
            </p:extLst>
          </p:nvPr>
        </p:nvGraphicFramePr>
        <p:xfrm>
          <a:off x="1418140" y="2844422"/>
          <a:ext cx="8795535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45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174188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3689502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 확인일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점검대상 이름의 다음 점검일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90B8F4A-E66D-FBB0-C524-A75E9ABAAC5E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스케쥴 확인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32907F9-24F7-7600-70E8-0A9AF3B66650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20872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A110A-71A8-CE8A-81B1-54CA499D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B7913-AC69-D6AB-DE34-E62CD0E0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유저</a:t>
            </a:r>
          </a:p>
        </p:txBody>
      </p:sp>
    </p:spTree>
    <p:extLst>
      <p:ext uri="{BB962C8B-B14F-4D97-AF65-F5344CB8AC3E}">
        <p14:creationId xmlns:p14="http://schemas.microsoft.com/office/powerpoint/2010/main" val="3185501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5179-79B2-B867-B30A-3A331D1B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7F445F-0583-1566-F339-90ADBC33D5BC}"/>
              </a:ext>
            </a:extLst>
          </p:cNvPr>
          <p:cNvSpPr/>
          <p:nvPr/>
        </p:nvSpPr>
        <p:spPr>
          <a:xfrm>
            <a:off x="710293" y="1146099"/>
            <a:ext cx="10295164" cy="5601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F25E7-1C07-D48D-B78A-C2E59A58412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개인정보 수정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ALL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C2F9C3-16D9-70F4-D204-1260792766B7}"/>
              </a:ext>
            </a:extLst>
          </p:cNvPr>
          <p:cNvSpPr/>
          <p:nvPr/>
        </p:nvSpPr>
        <p:spPr>
          <a:xfrm>
            <a:off x="828314" y="1296157"/>
            <a:ext cx="10063463" cy="531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CADB17-AB60-B6AB-B597-620A93E356E5}"/>
              </a:ext>
            </a:extLst>
          </p:cNvPr>
          <p:cNvSpPr/>
          <p:nvPr/>
        </p:nvSpPr>
        <p:spPr>
          <a:xfrm>
            <a:off x="2047539" y="331806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784DD3-502E-806F-E940-EEAEE3526196}"/>
              </a:ext>
            </a:extLst>
          </p:cNvPr>
          <p:cNvSpPr/>
          <p:nvPr/>
        </p:nvSpPr>
        <p:spPr>
          <a:xfrm>
            <a:off x="2048523" y="4764794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00F646-5191-E014-13F9-9C8E207FC21E}"/>
              </a:ext>
            </a:extLst>
          </p:cNvPr>
          <p:cNvSpPr/>
          <p:nvPr/>
        </p:nvSpPr>
        <p:spPr>
          <a:xfrm>
            <a:off x="2048522" y="5193732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0D7834-4026-7973-86A3-686D34F0DBDB}"/>
              </a:ext>
            </a:extLst>
          </p:cNvPr>
          <p:cNvSpPr/>
          <p:nvPr/>
        </p:nvSpPr>
        <p:spPr>
          <a:xfrm>
            <a:off x="2048525" y="384403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75E4AF2-02FD-BEF5-8C44-9E2C63F5DFBB}"/>
              </a:ext>
            </a:extLst>
          </p:cNvPr>
          <p:cNvSpPr/>
          <p:nvPr/>
        </p:nvSpPr>
        <p:spPr>
          <a:xfrm>
            <a:off x="2048524" y="4284600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6D50B-8431-A02E-579C-D3ADC34B376A}"/>
              </a:ext>
            </a:extLst>
          </p:cNvPr>
          <p:cNvSpPr txBox="1"/>
          <p:nvPr/>
        </p:nvSpPr>
        <p:spPr>
          <a:xfrm>
            <a:off x="1404508" y="3232272"/>
            <a:ext cx="5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D7245-91FF-C6BD-C580-AFC022FB200B}"/>
              </a:ext>
            </a:extLst>
          </p:cNvPr>
          <p:cNvSpPr txBox="1"/>
          <p:nvPr/>
        </p:nvSpPr>
        <p:spPr>
          <a:xfrm>
            <a:off x="1299338" y="3772711"/>
            <a:ext cx="7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5672BC-F0E2-3542-F852-FEDC575A8B32}"/>
              </a:ext>
            </a:extLst>
          </p:cNvPr>
          <p:cNvSpPr txBox="1"/>
          <p:nvPr/>
        </p:nvSpPr>
        <p:spPr>
          <a:xfrm>
            <a:off x="1279931" y="4257109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4BA7F-CE55-8B86-88D3-B523CBCD1334}"/>
              </a:ext>
            </a:extLst>
          </p:cNvPr>
          <p:cNvSpPr txBox="1"/>
          <p:nvPr/>
        </p:nvSpPr>
        <p:spPr>
          <a:xfrm>
            <a:off x="914233" y="5556213"/>
            <a:ext cx="115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D796D-E7CC-79E6-EE0D-55320ED828B5}"/>
              </a:ext>
            </a:extLst>
          </p:cNvPr>
          <p:cNvSpPr txBox="1"/>
          <p:nvPr/>
        </p:nvSpPr>
        <p:spPr>
          <a:xfrm>
            <a:off x="1183187" y="5155033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8C597-B4D2-FBDE-ABA9-C1F88283F0C2}"/>
              </a:ext>
            </a:extLst>
          </p:cNvPr>
          <p:cNvSpPr txBox="1"/>
          <p:nvPr/>
        </p:nvSpPr>
        <p:spPr>
          <a:xfrm>
            <a:off x="5506764" y="3110086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224FEF-7D3F-9630-A518-A79B46CE2F39}"/>
              </a:ext>
            </a:extLst>
          </p:cNvPr>
          <p:cNvSpPr/>
          <p:nvPr/>
        </p:nvSpPr>
        <p:spPr>
          <a:xfrm>
            <a:off x="9532103" y="5711901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0195B277-C556-797D-9B6F-79D516C16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7240" y="3739628"/>
            <a:ext cx="1158180" cy="115818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EFCC2D-0B79-5DD9-742F-3E3AC7A567CE}"/>
              </a:ext>
            </a:extLst>
          </p:cNvPr>
          <p:cNvSpPr/>
          <p:nvPr/>
        </p:nvSpPr>
        <p:spPr>
          <a:xfrm>
            <a:off x="5238029" y="3493053"/>
            <a:ext cx="1118960" cy="14392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1DC45C-3062-9CC1-1734-18C46429C609}"/>
              </a:ext>
            </a:extLst>
          </p:cNvPr>
          <p:cNvSpPr/>
          <p:nvPr/>
        </p:nvSpPr>
        <p:spPr>
          <a:xfrm>
            <a:off x="5389761" y="5067342"/>
            <a:ext cx="868979" cy="404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AA0BFC0-068D-054C-01FC-CE1E9D41B259}"/>
              </a:ext>
            </a:extLst>
          </p:cNvPr>
          <p:cNvSpPr/>
          <p:nvPr/>
        </p:nvSpPr>
        <p:spPr>
          <a:xfrm>
            <a:off x="2047540" y="5612285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변경 </a:t>
            </a:r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6F6D4-6F53-226F-27A2-39C65409B906}"/>
              </a:ext>
            </a:extLst>
          </p:cNvPr>
          <p:cNvSpPr txBox="1"/>
          <p:nvPr/>
        </p:nvSpPr>
        <p:spPr>
          <a:xfrm>
            <a:off x="1210254" y="4718838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99C8E3-07A8-67AF-CCFC-D8BB287664BB}"/>
              </a:ext>
            </a:extLst>
          </p:cNvPr>
          <p:cNvSpPr/>
          <p:nvPr/>
        </p:nvSpPr>
        <p:spPr>
          <a:xfrm>
            <a:off x="2130155" y="2037144"/>
            <a:ext cx="2337673" cy="69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내 정보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716600D-6D41-5B7A-0B8B-321A9A5AFA1F}"/>
              </a:ext>
            </a:extLst>
          </p:cNvPr>
          <p:cNvSpPr/>
          <p:nvPr/>
        </p:nvSpPr>
        <p:spPr>
          <a:xfrm>
            <a:off x="8257790" y="569143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89421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5858C-722B-BDC7-4FAC-C2E6E160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2A9D2-67B7-04DD-C63E-7666DD351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808137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79C9-B482-F254-C3E7-22FC5F2C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465FD2-5CCE-440F-93CF-D3CB609447C6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A6A0A2-B202-FA3B-F4BA-4F537E2C3FAB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팀원 전체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각</a:t>
            </a:r>
            <a:r>
              <a:rPr lang="en-US" altLang="ko-KR" sz="2400" b="1" dirty="0"/>
              <a:t> </a:t>
            </a:r>
            <a:r>
              <a:rPr lang="ko-KR" altLang="en-US" sz="2400" b="1" dirty="0" err="1"/>
              <a:t>점검팀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2A4CCC-4AD9-AF02-A72D-81DBC592F9AF}"/>
              </a:ext>
            </a:extLst>
          </p:cNvPr>
          <p:cNvSpPr/>
          <p:nvPr/>
        </p:nvSpPr>
        <p:spPr>
          <a:xfrm>
            <a:off x="1015368" y="1451452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D90175-DD41-E63E-8D13-4E6634B1A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754895"/>
              </p:ext>
            </p:extLst>
          </p:nvPr>
        </p:nvGraphicFramePr>
        <p:xfrm>
          <a:off x="1344662" y="4829925"/>
          <a:ext cx="8906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1418171940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6847304-5752-7A47-3AD9-B275A4AC6E65}"/>
              </a:ext>
            </a:extLst>
          </p:cNvPr>
          <p:cNvSpPr/>
          <p:nvPr/>
        </p:nvSpPr>
        <p:spPr>
          <a:xfrm>
            <a:off x="7595475" y="1683069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팀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3BAD88-1852-2A3C-503F-9EF3444D3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67620"/>
              </p:ext>
            </p:extLst>
          </p:nvPr>
        </p:nvGraphicFramePr>
        <p:xfrm>
          <a:off x="1344662" y="2999240"/>
          <a:ext cx="8906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726019925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7EAF287-23D8-1ACD-EDFC-4A2FCD8012FE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A44B0-A0F9-69BF-3263-982E34D81C73}"/>
              </a:ext>
            </a:extLst>
          </p:cNvPr>
          <p:cNvSpPr/>
          <p:nvPr/>
        </p:nvSpPr>
        <p:spPr>
          <a:xfrm>
            <a:off x="1469571" y="4350072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287770-1365-D658-C174-1839396FB4F0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C3DBECE-5AA5-978A-AE7E-EE47485A5FC8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753DE1-BA5F-901C-3FDD-71029899D2B8}"/>
              </a:ext>
            </a:extLst>
          </p:cNvPr>
          <p:cNvSpPr/>
          <p:nvPr/>
        </p:nvSpPr>
        <p:spPr>
          <a:xfrm>
            <a:off x="8674971" y="3358534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32E352-C075-31AB-9C0D-54B89129A861}"/>
              </a:ext>
            </a:extLst>
          </p:cNvPr>
          <p:cNvSpPr/>
          <p:nvPr/>
        </p:nvSpPr>
        <p:spPr>
          <a:xfrm>
            <a:off x="8674971" y="376193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3EFAFA4-F585-E0EC-F274-3750D6A32B41}"/>
              </a:ext>
            </a:extLst>
          </p:cNvPr>
          <p:cNvSpPr/>
          <p:nvPr/>
        </p:nvSpPr>
        <p:spPr>
          <a:xfrm>
            <a:off x="8674971" y="517493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7195671-8060-1ABE-167E-0AB813C5F394}"/>
              </a:ext>
            </a:extLst>
          </p:cNvPr>
          <p:cNvSpPr/>
          <p:nvPr/>
        </p:nvSpPr>
        <p:spPr>
          <a:xfrm>
            <a:off x="8674971" y="560800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5518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2A4B-6384-7387-3E1D-385B9312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A7EEAD-EE7F-25CC-FB28-A10BF254D9F8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37DF73-5325-C69A-842A-6A245BB3200A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점검팀원</a:t>
            </a:r>
            <a:r>
              <a:rPr lang="ko-KR" altLang="en-US" sz="2400" b="1" dirty="0"/>
              <a:t>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조회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E844D-5063-85EB-8823-2F99C272A112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73365-B2F7-72F1-1462-50B3721DAB45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조회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E8FE2E6-BAB5-EB1A-3F2A-D5E15872C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65004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3AEB58F-6A17-BA2D-42CA-99F610D72B2B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1401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264B-C9E2-3B29-4C86-9A27C8CE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02AF-9695-722D-B332-FB61A6B5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E5D42-1BF0-BFCB-927B-B28DAC3E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222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E6FB-AABD-6D96-B259-82834A27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91BBF1-14FC-DF4D-9AC4-BFA2678FEAFA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93E6B6-1E14-F26A-9EDA-C78C9CF4080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DE5E92-D9F6-B063-56FB-85B2AF95AEE4}"/>
              </a:ext>
            </a:extLst>
          </p:cNvPr>
          <p:cNvSpPr/>
          <p:nvPr/>
        </p:nvSpPr>
        <p:spPr>
          <a:xfrm>
            <a:off x="1015368" y="149227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6DA6ED-0C83-06EA-BF0A-551F4412A477}"/>
              </a:ext>
            </a:extLst>
          </p:cNvPr>
          <p:cNvSpPr/>
          <p:nvPr/>
        </p:nvSpPr>
        <p:spPr>
          <a:xfrm>
            <a:off x="7772400" y="1712190"/>
            <a:ext cx="2547752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D4019E-0A7C-F5C9-2298-057E9691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942683"/>
              </p:ext>
            </p:extLst>
          </p:nvPr>
        </p:nvGraphicFramePr>
        <p:xfrm>
          <a:off x="1469571" y="3035533"/>
          <a:ext cx="8906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후룸라이드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D8E0325-E0FC-F1D9-3520-323327C02040}"/>
              </a:ext>
            </a:extLst>
          </p:cNvPr>
          <p:cNvSpPr/>
          <p:nvPr/>
        </p:nvSpPr>
        <p:spPr>
          <a:xfrm>
            <a:off x="1469571" y="2665796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A769F7-1FAD-05CD-744A-CB413C537440}"/>
              </a:ext>
            </a:extLst>
          </p:cNvPr>
          <p:cNvSpPr/>
          <p:nvPr/>
        </p:nvSpPr>
        <p:spPr>
          <a:xfrm>
            <a:off x="1469571" y="4554315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AD4BE7-4A02-1BFA-1352-6C93E64E1879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AE04F3-9D34-5CFE-7C8B-5ADE027EC92C}"/>
              </a:ext>
            </a:extLst>
          </p:cNvPr>
          <p:cNvSpPr/>
          <p:nvPr/>
        </p:nvSpPr>
        <p:spPr>
          <a:xfrm>
            <a:off x="8285497" y="346529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0637EC-F875-4598-4519-6E2CE3A65FCE}"/>
              </a:ext>
            </a:extLst>
          </p:cNvPr>
          <p:cNvSpPr/>
          <p:nvPr/>
        </p:nvSpPr>
        <p:spPr>
          <a:xfrm>
            <a:off x="8285496" y="382041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수정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CA2CBCF-D227-2990-718D-A68017BF2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69967"/>
              </p:ext>
            </p:extLst>
          </p:nvPr>
        </p:nvGraphicFramePr>
        <p:xfrm>
          <a:off x="1469571" y="5026765"/>
          <a:ext cx="8906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자이로드롭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점검後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D6DA68-7C40-D2BF-66CE-B07EDA4D97CD}"/>
              </a:ext>
            </a:extLst>
          </p:cNvPr>
          <p:cNvSpPr/>
          <p:nvPr/>
        </p:nvSpPr>
        <p:spPr>
          <a:xfrm>
            <a:off x="8285497" y="545652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0BEEE7-B144-B0FA-2F52-3DA2BDE6874F}"/>
              </a:ext>
            </a:extLst>
          </p:cNvPr>
          <p:cNvSpPr/>
          <p:nvPr/>
        </p:nvSpPr>
        <p:spPr>
          <a:xfrm>
            <a:off x="8285496" y="582605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결과수정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2FEEE2C-85F2-5099-5479-EB848397740B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64581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841D-8362-85EA-ED5D-F72503B0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0520EC-D3D2-EB86-6302-032207148847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A041B9-A61A-11EE-79B3-024412995AF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등록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4EE99B-7FDE-DCB9-3504-96BB4252BC8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D83904-961F-B069-65F1-190C67158F92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등록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4FB82A-C637-560A-1BF5-23E4BA317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55790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D273BB9-1B55-4CBC-E898-5FA3F4DC032E}"/>
              </a:ext>
            </a:extLst>
          </p:cNvPr>
          <p:cNvSpPr/>
          <p:nvPr/>
        </p:nvSpPr>
        <p:spPr>
          <a:xfrm>
            <a:off x="8289899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C0199A-494F-1639-3CBB-FA27FA91CEFC}"/>
              </a:ext>
            </a:extLst>
          </p:cNvPr>
          <p:cNvSpPr/>
          <p:nvPr/>
        </p:nvSpPr>
        <p:spPr>
          <a:xfrm>
            <a:off x="9482007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912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7F46E-350F-6637-6460-CD19501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CBF02-FC4F-1C7C-AC5C-7BB876C7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팀장</a:t>
            </a:r>
          </a:p>
        </p:txBody>
      </p:sp>
    </p:spTree>
    <p:extLst>
      <p:ext uri="{BB962C8B-B14F-4D97-AF65-F5344CB8AC3E}">
        <p14:creationId xmlns:p14="http://schemas.microsoft.com/office/powerpoint/2010/main" val="367617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61A5-D5B0-56DC-B07D-CB239333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2A3806-FF2A-14A2-9ACA-561AD42EF2E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C1AD2-6165-F988-E02D-356941800F1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001D2C-D72E-DCF4-B1BA-D365901E0028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DC05CD-2196-A185-1F88-A3298ADF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472716"/>
              </p:ext>
            </p:extLst>
          </p:nvPr>
        </p:nvGraphicFramePr>
        <p:xfrm>
          <a:off x="1404635" y="2958860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2953584896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FDB0DF5-9318-1D46-C8BB-DAE0406368ED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62A1D8-3CF7-C81D-4896-5825F68C263C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C705E9-3F59-95F4-2209-27845E349270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82AC5B0-C115-12B1-AD33-ED59F93EC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674123"/>
              </p:ext>
            </p:extLst>
          </p:nvPr>
        </p:nvGraphicFramePr>
        <p:xfrm>
          <a:off x="133258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94124256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8ACB67-348B-780E-B982-5C4F6F9A11A7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A632F5-688A-700F-C1D3-60A620E1415C}"/>
              </a:ext>
            </a:extLst>
          </p:cNvPr>
          <p:cNvSpPr/>
          <p:nvPr/>
        </p:nvSpPr>
        <p:spPr>
          <a:xfrm>
            <a:off x="8977059" y="3239654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66C9935-0FDB-D983-E4C8-333CE2D13A83}"/>
              </a:ext>
            </a:extLst>
          </p:cNvPr>
          <p:cNvSpPr/>
          <p:nvPr/>
        </p:nvSpPr>
        <p:spPr>
          <a:xfrm>
            <a:off x="8934809" y="3656309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3EA7537-A8BC-CA15-A8D7-7740064977DF}"/>
              </a:ext>
            </a:extLst>
          </p:cNvPr>
          <p:cNvSpPr/>
          <p:nvPr/>
        </p:nvSpPr>
        <p:spPr>
          <a:xfrm>
            <a:off x="8934809" y="5086443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A5AEEE-CAED-5245-FD90-5FF1418F2536}"/>
              </a:ext>
            </a:extLst>
          </p:cNvPr>
          <p:cNvSpPr/>
          <p:nvPr/>
        </p:nvSpPr>
        <p:spPr>
          <a:xfrm>
            <a:off x="8972190" y="5480286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18419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E863-53F7-AB56-8A83-235371BA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7F8813-05BF-AA67-8268-7C9836A961D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E8CDF5-853E-B487-91DA-386E9CBAA7B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확인팀원</a:t>
            </a:r>
            <a:r>
              <a:rPr lang="ko-KR" altLang="en-US" sz="2400" b="1" dirty="0"/>
              <a:t>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조회</a:t>
            </a:r>
            <a:r>
              <a:rPr lang="en-US" altLang="ko-KR" sz="2400" b="1" dirty="0"/>
              <a:t> - </a:t>
            </a:r>
            <a:r>
              <a:rPr lang="ko-KR" altLang="en-US" sz="2400" b="1" dirty="0" err="1"/>
              <a:t>확인팀팀장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5BC02-426E-3E53-5A10-92F4F37CC5B5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6DAE36-0955-7CF4-F13D-E880CD3CB331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확인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055437-AA71-0FC7-4511-FE7CDB65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49976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94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1243508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확인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1482F8E-45A3-057F-AEC0-95F3C2861DDA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758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753F-1653-69B9-B490-3F9B4AAC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63A35-947B-33A3-8257-5321983D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224EA-0091-D33C-9431-44DC2A89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팀원</a:t>
            </a:r>
          </a:p>
        </p:txBody>
      </p:sp>
    </p:spTree>
    <p:extLst>
      <p:ext uri="{BB962C8B-B14F-4D97-AF65-F5344CB8AC3E}">
        <p14:creationId xmlns:p14="http://schemas.microsoft.com/office/powerpoint/2010/main" val="3606326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AE59-59D8-7DA2-E4D2-B735E1DD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D7BE1D-D85C-585F-E0E5-9D0146F9A6CF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6F6F69-6529-6B7E-8668-997E8C800A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3EA0C6-C662-7CB0-F0BC-2F425C1C04C2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68BEC6B-E112-C177-391A-6CFFB6104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98778"/>
              </p:ext>
            </p:extLst>
          </p:nvPr>
        </p:nvGraphicFramePr>
        <p:xfrm>
          <a:off x="1404635" y="2958860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645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4137242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8B7E9D0-0BDC-9D5A-26BB-DACC683C704A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오늘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11A842-1DC7-1EF3-6126-FB3F528FFAF8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61568-C071-7206-1D3B-C38605B4C5C1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FBF3A2-1F01-D6D1-13F7-D98F80950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01929"/>
              </p:ext>
            </p:extLst>
          </p:nvPr>
        </p:nvGraphicFramePr>
        <p:xfrm>
          <a:off x="140463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645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4044886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01EEE59-6DC6-E8FE-9D5C-296E11C34685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3FDBF6-A095-9534-AF0D-1B6883714AF6}"/>
              </a:ext>
            </a:extLst>
          </p:cNvPr>
          <p:cNvSpPr/>
          <p:nvPr/>
        </p:nvSpPr>
        <p:spPr>
          <a:xfrm>
            <a:off x="8743982" y="3318154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1D29CA5-DD5D-D584-5251-49F9BDE1AE08}"/>
              </a:ext>
            </a:extLst>
          </p:cNvPr>
          <p:cNvSpPr/>
          <p:nvPr/>
        </p:nvSpPr>
        <p:spPr>
          <a:xfrm>
            <a:off x="8743982" y="366775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D9A745-3AED-4862-47E7-4E68DFF1B034}"/>
              </a:ext>
            </a:extLst>
          </p:cNvPr>
          <p:cNvSpPr/>
          <p:nvPr/>
        </p:nvSpPr>
        <p:spPr>
          <a:xfrm>
            <a:off x="8821620" y="502834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038BE1-7834-4890-D243-3CF91876036B}"/>
              </a:ext>
            </a:extLst>
          </p:cNvPr>
          <p:cNvSpPr/>
          <p:nvPr/>
        </p:nvSpPr>
        <p:spPr>
          <a:xfrm>
            <a:off x="8781363" y="5488369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43335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254-4B35-C4E9-126B-8A3209C0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F02452-19B2-F0A2-56F6-98B6673E8AF3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835CD-61B0-C826-38F3-DE6B555F508F}"/>
              </a:ext>
            </a:extLst>
          </p:cNvPr>
          <p:cNvSpPr/>
          <p:nvPr/>
        </p:nvSpPr>
        <p:spPr>
          <a:xfrm>
            <a:off x="710293" y="233118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확인팀원</a:t>
            </a:r>
            <a:r>
              <a:rPr lang="ko-KR" altLang="en-US" sz="2400" b="1" dirty="0"/>
              <a:t>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확인</a:t>
            </a:r>
            <a:r>
              <a:rPr lang="en-US" altLang="ko-KR" sz="2400" b="1" dirty="0"/>
              <a:t> - </a:t>
            </a:r>
            <a:r>
              <a:rPr lang="ko-KR" altLang="en-US" sz="2400" b="1" dirty="0" err="1"/>
              <a:t>확인팀원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F801C-39C5-264A-B3C3-CEDA442DFD9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7C645-073A-45A1-28A6-0950EA8A8849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확인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FCC58EB-2D58-FE07-4473-DE1576524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952986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B211E7-80DC-3859-CBD7-AC56A451B2E0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AD4E9B-505A-5F57-CE3E-E8328D9B910F}"/>
              </a:ext>
            </a:extLst>
          </p:cNvPr>
          <p:cNvSpPr/>
          <p:nvPr/>
        </p:nvSpPr>
        <p:spPr>
          <a:xfrm>
            <a:off x="3641000" y="5254780"/>
            <a:ext cx="5348377" cy="729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코멘트 남기기</a:t>
            </a:r>
            <a:r>
              <a:rPr lang="en-US" altLang="ko-KR" sz="2000" b="1" dirty="0"/>
              <a:t>(INPUT)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D3BBA-71BF-DAC4-1F58-866E0D1B6B82}"/>
              </a:ext>
            </a:extLst>
          </p:cNvPr>
          <p:cNvSpPr/>
          <p:nvPr/>
        </p:nvSpPr>
        <p:spPr>
          <a:xfrm>
            <a:off x="3096616" y="4097160"/>
            <a:ext cx="4994961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통과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재점검 </a:t>
            </a:r>
            <a:r>
              <a:rPr lang="en-US" altLang="ko-KR" sz="2000" b="1" dirty="0"/>
              <a:t>dropdown</a:t>
            </a:r>
            <a:endParaRPr lang="ko-KR" altLang="en-US" sz="20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17D624-EDDC-D87B-9B88-3F9F8E4420CB}"/>
              </a:ext>
            </a:extLst>
          </p:cNvPr>
          <p:cNvSpPr/>
          <p:nvPr/>
        </p:nvSpPr>
        <p:spPr>
          <a:xfrm>
            <a:off x="9320718" y="5101595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1417602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5B41-4BEE-1C16-4538-26DDF6D8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45749-2BC3-E9A1-79C6-F71E5668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1D945-FB2D-E60B-9B35-5D8F19046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14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792</Words>
  <Application>Microsoft Office PowerPoint</Application>
  <PresentationFormat>와이드스크린</PresentationFormat>
  <Paragraphs>360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건의함</vt:lpstr>
      <vt:lpstr>PowerPoint 프레젠테이션</vt:lpstr>
      <vt:lpstr>건의함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마이페이지</vt:lpstr>
      <vt:lpstr>PowerPoint 프레젠테이션</vt:lpstr>
      <vt:lpstr>마이페이지</vt:lpstr>
      <vt:lpstr>PowerPoint 프레젠테이션</vt:lpstr>
      <vt:lpstr>마이페이지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PC1_015</dc:creator>
  <cp:lastModifiedBy>PC1_015</cp:lastModifiedBy>
  <cp:revision>10</cp:revision>
  <dcterms:created xsi:type="dcterms:W3CDTF">2026-01-15T08:32:29Z</dcterms:created>
  <dcterms:modified xsi:type="dcterms:W3CDTF">2026-01-16T07:11:43Z</dcterms:modified>
</cp:coreProperties>
</file>