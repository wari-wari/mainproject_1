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5_5E1B3DC7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61" r:id="rId2"/>
    <p:sldId id="319" r:id="rId3"/>
    <p:sldId id="321" r:id="rId4"/>
    <p:sldId id="320" r:id="rId5"/>
    <p:sldId id="306" r:id="rId6"/>
    <p:sldId id="307" r:id="rId7"/>
    <p:sldId id="308" r:id="rId8"/>
    <p:sldId id="309" r:id="rId9"/>
    <p:sldId id="288" r:id="rId10"/>
    <p:sldId id="256" r:id="rId11"/>
    <p:sldId id="294" r:id="rId12"/>
    <p:sldId id="258" r:id="rId13"/>
    <p:sldId id="295" r:id="rId14"/>
    <p:sldId id="259" r:id="rId15"/>
    <p:sldId id="260" r:id="rId16"/>
    <p:sldId id="296" r:id="rId17"/>
    <p:sldId id="272" r:id="rId18"/>
    <p:sldId id="326" r:id="rId19"/>
    <p:sldId id="328" r:id="rId20"/>
    <p:sldId id="327" r:id="rId21"/>
    <p:sldId id="318" r:id="rId22"/>
    <p:sldId id="262" r:id="rId23"/>
    <p:sldId id="263" r:id="rId24"/>
    <p:sldId id="264" r:id="rId25"/>
    <p:sldId id="311" r:id="rId26"/>
    <p:sldId id="297" r:id="rId27"/>
    <p:sldId id="314" r:id="rId28"/>
    <p:sldId id="322" r:id="rId29"/>
    <p:sldId id="315" r:id="rId30"/>
    <p:sldId id="265" r:id="rId31"/>
    <p:sldId id="305" r:id="rId32"/>
    <p:sldId id="298" r:id="rId33"/>
    <p:sldId id="312" r:id="rId34"/>
    <p:sldId id="267" r:id="rId35"/>
    <p:sldId id="313" r:id="rId36"/>
    <p:sldId id="316" r:id="rId37"/>
    <p:sldId id="323" r:id="rId38"/>
    <p:sldId id="325" r:id="rId39"/>
    <p:sldId id="317" r:id="rId40"/>
    <p:sldId id="324" r:id="rId41"/>
    <p:sldId id="299" r:id="rId42"/>
    <p:sldId id="300" r:id="rId43"/>
    <p:sldId id="301" r:id="rId44"/>
    <p:sldId id="266" r:id="rId45"/>
    <p:sldId id="292" r:id="rId46"/>
    <p:sldId id="278" r:id="rId47"/>
    <p:sldId id="284" r:id="rId48"/>
    <p:sldId id="302" r:id="rId49"/>
    <p:sldId id="280" r:id="rId50"/>
    <p:sldId id="279" r:id="rId51"/>
    <p:sldId id="293" r:id="rId52"/>
    <p:sldId id="285" r:id="rId53"/>
    <p:sldId id="286" r:id="rId54"/>
    <p:sldId id="303" r:id="rId55"/>
    <p:sldId id="281" r:id="rId56"/>
    <p:sldId id="287" r:id="rId57"/>
    <p:sldId id="304" r:id="rId5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10C05FF-BE57-A134-FD9F-69A67FD602B7}" name="PC1_015" initials="P" userId="PC1_015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8/10/relationships/authors" Target="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omments/modernComment_105_5E1B3DC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1A8EEC7-9CD5-4571-BA33-088D441A9667}" authorId="{110C05FF-BE57-A134-FD9F-69A67FD602B7}" created="2026-01-19T05:12:11.22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78843591" sldId="261"/>
      <ac:graphicFrameMk id="8" creationId="{64603B46-7D2D-7501-C893-AE8CC01B2066}"/>
    </ac:deMkLst>
    <p188:txBody>
      <a:bodyPr/>
      <a:lstStyle/>
      <a:p>
        <a:r>
          <a:rPr lang="ko-KR" altLang="en-US"/>
          <a:t>비로그인인 경우 "회원가입”, “로그인”버튼이 보여짐
로그인인 경우 "개인정보 수정”,”로그아웃” 디폴트 버튼이 보여짐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737021-6BDE-46D3-8084-57108C3B99E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E4F0A-C894-4470-95CF-52BFFDBEA4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0392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E4F0A-C894-4470-95CF-52BFFDBEA49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6738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5B298E-66F0-AE59-82DF-E508944D0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25B4964-FFAA-22A0-E9CA-200B6102E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FE0BE4-C234-53B8-92EA-D20F65D23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9D8172-97E2-A454-197D-AF890DF17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534979-4D7A-6DFB-76B1-1C64788FE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8619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14D64F-ABFD-FFED-D184-F1F9728EE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6CB328-7948-AFD8-DFA4-EB7E7F976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A0AD05-05D1-4F24-31B1-7D0A4E92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16AC67-A739-70B7-4BCE-D2DCF30C2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1C0F46-02F1-3C8E-B9B3-ECF2CB687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210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98F5E5-8D0E-6476-7E18-363850084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9299A9-7C08-C6B9-1A05-B7FFEBA03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D086F6-5B43-D406-4CE6-1F29F4F0A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C8B42F-6F65-1470-C968-4258525F8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4822E6-58F7-0B82-82AD-9CBFABA25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742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88F69-3BBF-53E4-B2E7-CFC55E87E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64C1E8-7E2C-5994-E7AB-51C3244334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E8FF08-A7BB-BBA7-94F9-2A5E7709F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FAE3E7-2249-8122-A49F-0E5FA7CD0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DE00B3-89E3-87E0-DD91-054C38364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CD87A5-0C9B-4DA5-B890-C5092A1FC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036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5EFF38-B623-D0BF-8C96-019535B87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63E339-2B9E-9A52-F542-2FFD4B8AE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2368BD-C5AD-B701-27D7-D59B743A3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F3F3724-1200-CCFB-4050-D0899E5A22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2EE8A65-BFB1-997C-C4FF-7C00166A06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492687-CD31-59CF-5116-D406991E7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E9D256C-642B-54FF-CA98-3AC325533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B66D65C-6006-4A8D-6865-DAE1556FF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139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47EBE4-93E6-D177-D4F1-CC1950356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1C19546-A993-8089-0735-58531313C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C5E543-ECA2-08E9-4348-A496B84F4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9902E1-2B85-A831-23B0-9CD531780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721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91EF7E-B248-BB3C-996A-FEC507D70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78929B9-3694-1C7B-3E97-E8E0E6D57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4C9730-6482-0AD5-C1A2-68664B40F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1896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9DC8E-A677-9A72-61D7-3764F8B25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38178A-F941-BCC4-5F08-FD13C1EEE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D21900-DF32-5A75-C6C6-9DF644E4A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FE5C3F-6422-AC83-2D73-FF4847965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5C345E-11A0-9259-6BBE-EC550F07D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954715-3769-6E79-F6C4-671604986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236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4B271B-5C09-163E-00AB-478696519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9DC8FCB-3899-8AB1-9E4A-5CF3BE34A3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77E49F-F29C-909B-6F26-F884DDD442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CB3614-A442-B3B6-E356-A6C0CA786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735BFB-0F77-C3D7-015E-95D99CD9D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8C1554-0328-BF02-A234-1E9EEADFE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153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CC1FC4-A889-7545-1FC1-F4677A302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39AA9F3-083F-4FBA-924E-C728B95B6E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AA75C1-04D0-B07F-48FF-2B8820B23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E63F89-2990-5B30-2CD6-2977F6247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AA47D8-9FEF-264F-59F2-21CE4B8D9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947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BEE9282-6CB6-8AC2-0A79-D9D420F2C6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99E638-687D-AEEA-9DB2-77BB9A494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93BC91-CBB8-618A-045E-137B2165A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D8A221-D284-D038-1BD5-84A7C6382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CBA0AD-35C1-A11C-AB4C-772544BB6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932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2686FA6-C425-5808-C1A8-1D628471F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C43E1D-FB80-4E38-2CB3-45F8A347C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AC2726-6E72-C456-438B-298B5ACEA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9A848-D5B1-4EB2-B216-481B209BCA64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000A7F-F450-837D-0C95-B1F27FD34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CA4B95-F9EB-D916-047B-944AEDD3F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1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5E1B3DC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14F25-6BE8-86EF-A531-FA09D2C46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6CFF6A2-4F3B-DF53-7B8C-BEAF120A3E97}"/>
              </a:ext>
            </a:extLst>
          </p:cNvPr>
          <p:cNvSpPr/>
          <p:nvPr/>
        </p:nvSpPr>
        <p:spPr>
          <a:xfrm>
            <a:off x="710293" y="1551214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99B2527-46E1-E607-251B-EE84B87E16A2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홈 </a:t>
            </a:r>
            <a:r>
              <a:rPr lang="en-US" altLang="ko-KR" sz="2400" b="1" dirty="0"/>
              <a:t>- </a:t>
            </a:r>
            <a:r>
              <a:rPr lang="ko-KR" altLang="en-US" sz="2400" b="1" dirty="0" err="1"/>
              <a:t>메인화면</a:t>
            </a:r>
            <a:endParaRPr lang="ko-KR" altLang="en-US" sz="24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DBDAF2E-9CFC-C7C6-C7FB-07F0CC123A89}"/>
              </a:ext>
            </a:extLst>
          </p:cNvPr>
          <p:cNvSpPr/>
          <p:nvPr/>
        </p:nvSpPr>
        <p:spPr>
          <a:xfrm>
            <a:off x="1008133" y="1630393"/>
            <a:ext cx="9885871" cy="46841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353392D-3785-6A3B-14E8-09D3C003FFF2}"/>
              </a:ext>
            </a:extLst>
          </p:cNvPr>
          <p:cNvSpPr/>
          <p:nvPr/>
        </p:nvSpPr>
        <p:spPr>
          <a:xfrm>
            <a:off x="2586765" y="1787706"/>
            <a:ext cx="6728605" cy="7344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/>
              <a:t>[n]</a:t>
            </a:r>
            <a:r>
              <a:rPr lang="ko-KR" altLang="en-US" sz="3200" b="1" dirty="0"/>
              <a:t>분기 </a:t>
            </a:r>
            <a:r>
              <a:rPr lang="ko-KR" altLang="en-US" sz="3200" b="1" dirty="0" err="1"/>
              <a:t>우수팀</a:t>
            </a:r>
            <a:endParaRPr lang="ko-KR" altLang="en-US" sz="32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097B467-C231-6000-19DD-63230EA09E21}"/>
              </a:ext>
            </a:extLst>
          </p:cNvPr>
          <p:cNvSpPr/>
          <p:nvPr/>
        </p:nvSpPr>
        <p:spPr>
          <a:xfrm>
            <a:off x="1463616" y="2697911"/>
            <a:ext cx="2457935" cy="3403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/>
              <a:t>공지사항</a:t>
            </a:r>
            <a:endParaRPr lang="en-US" altLang="ko-KR" sz="3200" b="1" dirty="0"/>
          </a:p>
          <a:p>
            <a:pPr algn="ctr"/>
            <a:r>
              <a:rPr lang="en-US" altLang="ko-KR" sz="3200" b="1" dirty="0"/>
              <a:t>(</a:t>
            </a:r>
            <a:r>
              <a:rPr lang="ko-KR" altLang="en-US" sz="3200" b="1" dirty="0"/>
              <a:t>제목만</a:t>
            </a:r>
            <a:r>
              <a:rPr lang="en-US" altLang="ko-KR" sz="3200" b="1" dirty="0"/>
              <a:t>)</a:t>
            </a:r>
            <a:endParaRPr lang="ko-KR" altLang="en-US" sz="3200" b="1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4603B46-7D2D-7501-C893-AE8CC01B20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103835"/>
              </p:ext>
            </p:extLst>
          </p:nvPr>
        </p:nvGraphicFramePr>
        <p:xfrm>
          <a:off x="759425" y="824593"/>
          <a:ext cx="10196898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483">
                  <a:extLst>
                    <a:ext uri="{9D8B030D-6E8A-4147-A177-3AD203B41FA5}">
                      <a16:colId xmlns:a16="http://schemas.microsoft.com/office/drawing/2014/main" val="2720917285"/>
                    </a:ext>
                  </a:extLst>
                </a:gridCol>
                <a:gridCol w="1699483">
                  <a:extLst>
                    <a:ext uri="{9D8B030D-6E8A-4147-A177-3AD203B41FA5}">
                      <a16:colId xmlns:a16="http://schemas.microsoft.com/office/drawing/2014/main" val="1328274552"/>
                    </a:ext>
                  </a:extLst>
                </a:gridCol>
                <a:gridCol w="1699483">
                  <a:extLst>
                    <a:ext uri="{9D8B030D-6E8A-4147-A177-3AD203B41FA5}">
                      <a16:colId xmlns:a16="http://schemas.microsoft.com/office/drawing/2014/main" val="2342895878"/>
                    </a:ext>
                  </a:extLst>
                </a:gridCol>
                <a:gridCol w="1699483">
                  <a:extLst>
                    <a:ext uri="{9D8B030D-6E8A-4147-A177-3AD203B41FA5}">
                      <a16:colId xmlns:a16="http://schemas.microsoft.com/office/drawing/2014/main" val="1186139766"/>
                    </a:ext>
                  </a:extLst>
                </a:gridCol>
                <a:gridCol w="1699483">
                  <a:extLst>
                    <a:ext uri="{9D8B030D-6E8A-4147-A177-3AD203B41FA5}">
                      <a16:colId xmlns:a16="http://schemas.microsoft.com/office/drawing/2014/main" val="2463979759"/>
                    </a:ext>
                  </a:extLst>
                </a:gridCol>
                <a:gridCol w="1699483">
                  <a:extLst>
                    <a:ext uri="{9D8B030D-6E8A-4147-A177-3AD203B41FA5}">
                      <a16:colId xmlns:a16="http://schemas.microsoft.com/office/drawing/2014/main" val="48261345"/>
                    </a:ext>
                  </a:extLst>
                </a:gridCol>
              </a:tblGrid>
              <a:tr h="5873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현황</a:t>
                      </a:r>
                      <a:r>
                        <a:rPr lang="en-US" altLang="ko-KR" dirty="0"/>
                        <a:t>(if)</a:t>
                      </a:r>
                      <a:br>
                        <a:rPr lang="en-US" altLang="ko-KR" dirty="0"/>
                      </a:b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건의함</a:t>
                      </a:r>
                      <a:r>
                        <a:rPr lang="en-US" altLang="ko-KR" dirty="0"/>
                        <a:t>(if)</a:t>
                      </a:r>
                      <a:br>
                        <a:rPr lang="en-US" altLang="ko-KR" dirty="0"/>
                      </a:b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최고관리자랑 캐스트 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각각 다르게 할당</a:t>
                      </a:r>
                      <a:r>
                        <a:rPr lang="en-US" altLang="ko-KR" sz="1100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AI</a:t>
                      </a:r>
                      <a:r>
                        <a:rPr lang="ko-KR" altLang="en-US" dirty="0"/>
                        <a:t>분석결과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마이페이지</a:t>
                      </a:r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회원가입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로그인</a:t>
                      </a:r>
                      <a:r>
                        <a:rPr lang="en-US" altLang="ko-KR" dirty="0"/>
                        <a:t>x)</a:t>
                      </a:r>
                    </a:p>
                    <a:p>
                      <a:pPr algn="ctr" latinLnBrk="1"/>
                      <a:r>
                        <a:rPr lang="ko-KR" altLang="en-US" dirty="0"/>
                        <a:t>개인정보수정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로그인 </a:t>
                      </a:r>
                      <a:r>
                        <a:rPr lang="en-US" altLang="ko-KR" dirty="0"/>
                        <a:t>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113696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D560E092-3836-148C-37E4-889C94D32458}"/>
              </a:ext>
            </a:extLst>
          </p:cNvPr>
          <p:cNvSpPr/>
          <p:nvPr/>
        </p:nvSpPr>
        <p:spPr>
          <a:xfrm>
            <a:off x="3407935" y="2767847"/>
            <a:ext cx="37956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B8E040B-B17E-A49A-E23E-5F8F60536BAD}"/>
              </a:ext>
            </a:extLst>
          </p:cNvPr>
          <p:cNvSpPr/>
          <p:nvPr/>
        </p:nvSpPr>
        <p:spPr>
          <a:xfrm>
            <a:off x="4085337" y="2688704"/>
            <a:ext cx="2895127" cy="3403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/>
              <a:t>오늘 본인</a:t>
            </a:r>
            <a:endParaRPr lang="en-US" altLang="ko-KR" sz="3200" b="1" dirty="0"/>
          </a:p>
          <a:p>
            <a:pPr algn="ctr"/>
            <a:r>
              <a:rPr lang="ko-KR" altLang="en-US" sz="3200" b="1" dirty="0"/>
              <a:t>스케쥴</a:t>
            </a:r>
            <a:endParaRPr lang="en-US" altLang="ko-KR" sz="3200" b="1" dirty="0"/>
          </a:p>
          <a:p>
            <a:pPr algn="ctr"/>
            <a:r>
              <a:rPr lang="en-US" altLang="ko-KR" sz="3200" b="1" dirty="0"/>
              <a:t>(</a:t>
            </a:r>
            <a:r>
              <a:rPr lang="ko-KR" altLang="en-US" sz="3200" b="1" dirty="0"/>
              <a:t>로그인 시 확인 가능</a:t>
            </a:r>
            <a:r>
              <a:rPr lang="en-US" altLang="ko-KR" sz="3200" b="1" dirty="0"/>
              <a:t>)</a:t>
            </a:r>
            <a:endParaRPr lang="ko-KR" altLang="en-US" sz="3200" b="1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9C49EC3-70F3-24F6-E126-570B27F5CD5A}"/>
              </a:ext>
            </a:extLst>
          </p:cNvPr>
          <p:cNvSpPr/>
          <p:nvPr/>
        </p:nvSpPr>
        <p:spPr>
          <a:xfrm>
            <a:off x="6462085" y="2782558"/>
            <a:ext cx="37956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714234D-3572-570F-E32A-A44769F0851D}"/>
              </a:ext>
            </a:extLst>
          </p:cNvPr>
          <p:cNvSpPr/>
          <p:nvPr/>
        </p:nvSpPr>
        <p:spPr>
          <a:xfrm>
            <a:off x="10995932" y="693691"/>
            <a:ext cx="1476704" cy="14943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dirty="0" err="1"/>
              <a:t>비로그인인</a:t>
            </a:r>
            <a:r>
              <a:rPr lang="ko-KR" altLang="en-US" sz="1050" dirty="0"/>
              <a:t> 경우 </a:t>
            </a:r>
            <a:endParaRPr lang="en-US" altLang="ko-KR" sz="1050" dirty="0"/>
          </a:p>
          <a:p>
            <a:r>
              <a:rPr lang="en-US" altLang="ko-KR" sz="1050" dirty="0"/>
              <a:t>"</a:t>
            </a:r>
            <a:r>
              <a:rPr lang="ko-KR" altLang="en-US" sz="1050" dirty="0"/>
              <a:t>회원가입”</a:t>
            </a:r>
            <a:r>
              <a:rPr lang="en-US" altLang="ko-KR" sz="1050" dirty="0"/>
              <a:t>, “</a:t>
            </a:r>
            <a:r>
              <a:rPr lang="ko-KR" altLang="en-US" sz="1050" dirty="0" err="1"/>
              <a:t>로그인”버튼이</a:t>
            </a:r>
            <a:r>
              <a:rPr lang="ko-KR" altLang="en-US" sz="1050" dirty="0"/>
              <a:t> </a:t>
            </a:r>
            <a:r>
              <a:rPr lang="ko-KR" altLang="en-US" sz="1050" dirty="0" err="1"/>
              <a:t>보여짐</a:t>
            </a:r>
            <a:br>
              <a:rPr lang="ko-KR" altLang="en-US" sz="1050" dirty="0"/>
            </a:br>
            <a:br>
              <a:rPr lang="ko-KR" altLang="en-US" sz="1050" dirty="0"/>
            </a:br>
            <a:r>
              <a:rPr lang="ko-KR" altLang="en-US" sz="1050" dirty="0" err="1"/>
              <a:t>로그인인</a:t>
            </a:r>
            <a:r>
              <a:rPr lang="ko-KR" altLang="en-US" sz="1050" dirty="0"/>
              <a:t> 경우 </a:t>
            </a:r>
            <a:endParaRPr lang="en-US" altLang="ko-KR" sz="1050" dirty="0"/>
          </a:p>
          <a:p>
            <a:r>
              <a:rPr lang="en-US" altLang="ko-KR" sz="1050" dirty="0"/>
              <a:t>"</a:t>
            </a:r>
            <a:r>
              <a:rPr lang="ko-KR" altLang="en-US" sz="1050" dirty="0"/>
              <a:t>개인정보 수정”</a:t>
            </a:r>
            <a:r>
              <a:rPr lang="en-US" altLang="ko-KR" sz="1050" dirty="0"/>
              <a:t>,</a:t>
            </a:r>
          </a:p>
          <a:p>
            <a:r>
              <a:rPr lang="en-US" altLang="ko-KR" sz="1050" dirty="0"/>
              <a:t>”</a:t>
            </a:r>
            <a:r>
              <a:rPr lang="ko-KR" altLang="en-US" sz="1050" dirty="0"/>
              <a:t>로그아웃” 버튼이 </a:t>
            </a:r>
            <a:endParaRPr lang="en-US" altLang="ko-KR" sz="1050" dirty="0"/>
          </a:p>
          <a:p>
            <a:r>
              <a:rPr lang="ko-KR" altLang="en-US" sz="1050" dirty="0" err="1"/>
              <a:t>보여짐</a:t>
            </a:r>
            <a:endParaRPr lang="ko-KR" altLang="en-US" sz="105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F6FAD4-BD37-92D1-F989-E647B9FBC8FE}"/>
              </a:ext>
            </a:extLst>
          </p:cNvPr>
          <p:cNvSpPr/>
          <p:nvPr/>
        </p:nvSpPr>
        <p:spPr>
          <a:xfrm>
            <a:off x="7354837" y="2724962"/>
            <a:ext cx="2895127" cy="3403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/>
              <a:t>점검현황</a:t>
            </a:r>
            <a:endParaRPr lang="en-US" altLang="ko-KR" sz="3200" b="1" dirty="0"/>
          </a:p>
          <a:p>
            <a:pPr algn="ctr"/>
            <a:r>
              <a:rPr lang="ko-KR" altLang="en-US" sz="3200" b="1" dirty="0"/>
              <a:t>대시보드</a:t>
            </a:r>
            <a:br>
              <a:rPr lang="en-US" altLang="ko-KR" sz="3200" b="1" dirty="0"/>
            </a:br>
            <a:r>
              <a:rPr lang="ko-KR" altLang="en-US" sz="3200" b="1" dirty="0"/>
              <a:t>도넛그래프</a:t>
            </a:r>
            <a:endParaRPr lang="en-US" altLang="ko-KR" sz="3200" b="1" dirty="0"/>
          </a:p>
          <a:p>
            <a:pPr algn="ctr"/>
            <a:r>
              <a:rPr lang="en-US" altLang="ko-KR" sz="3200" b="1" dirty="0"/>
              <a:t>(</a:t>
            </a:r>
            <a:r>
              <a:rPr lang="ko-KR" altLang="en-US" sz="3200" b="1" dirty="0" err="1"/>
              <a:t>점검팀</a:t>
            </a:r>
            <a:r>
              <a:rPr lang="ko-KR" altLang="en-US" sz="3200" b="1" dirty="0"/>
              <a:t> 전체</a:t>
            </a:r>
            <a:r>
              <a:rPr lang="en-US" altLang="ko-KR" sz="3200" b="1" dirty="0"/>
              <a:t>,</a:t>
            </a:r>
          </a:p>
          <a:p>
            <a:pPr algn="ctr"/>
            <a:r>
              <a:rPr lang="ko-KR" altLang="en-US" sz="3200" b="1" dirty="0"/>
              <a:t>본인점검현황</a:t>
            </a:r>
            <a:r>
              <a:rPr lang="en-US" altLang="ko-KR" sz="3200" b="1" dirty="0"/>
              <a:t>)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57884359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8FE52-AD76-54EC-BFEE-B09C3FF94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7D86E3E-C14C-3F95-32E0-E3FF265326AB}"/>
              </a:ext>
            </a:extLst>
          </p:cNvPr>
          <p:cNvSpPr/>
          <p:nvPr/>
        </p:nvSpPr>
        <p:spPr>
          <a:xfrm>
            <a:off x="710293" y="1533961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ㅍ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86B53A-2127-5E5B-05CC-5A8BBBE68653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AI </a:t>
            </a:r>
            <a:r>
              <a:rPr lang="ko-KR" altLang="en-US" sz="2400" b="1" dirty="0"/>
              <a:t>분석결과 리스트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7034207-BB8E-DA88-4A78-AA2C20D940D5}"/>
              </a:ext>
            </a:extLst>
          </p:cNvPr>
          <p:cNvSpPr/>
          <p:nvPr/>
        </p:nvSpPr>
        <p:spPr>
          <a:xfrm>
            <a:off x="1353345" y="2018293"/>
            <a:ext cx="878477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2758287-00F0-BE23-1691-4EE6C3543D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002472"/>
              </p:ext>
            </p:extLst>
          </p:nvPr>
        </p:nvGraphicFramePr>
        <p:xfrm>
          <a:off x="1552031" y="2100153"/>
          <a:ext cx="8420645" cy="3435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129">
                  <a:extLst>
                    <a:ext uri="{9D8B030D-6E8A-4147-A177-3AD203B41FA5}">
                      <a16:colId xmlns:a16="http://schemas.microsoft.com/office/drawing/2014/main" val="2357932083"/>
                    </a:ext>
                  </a:extLst>
                </a:gridCol>
                <a:gridCol w="1684129">
                  <a:extLst>
                    <a:ext uri="{9D8B030D-6E8A-4147-A177-3AD203B41FA5}">
                      <a16:colId xmlns:a16="http://schemas.microsoft.com/office/drawing/2014/main" val="110246659"/>
                    </a:ext>
                  </a:extLst>
                </a:gridCol>
                <a:gridCol w="1684129">
                  <a:extLst>
                    <a:ext uri="{9D8B030D-6E8A-4147-A177-3AD203B41FA5}">
                      <a16:colId xmlns:a16="http://schemas.microsoft.com/office/drawing/2014/main" val="144741798"/>
                    </a:ext>
                  </a:extLst>
                </a:gridCol>
                <a:gridCol w="1684129">
                  <a:extLst>
                    <a:ext uri="{9D8B030D-6E8A-4147-A177-3AD203B41FA5}">
                      <a16:colId xmlns:a16="http://schemas.microsoft.com/office/drawing/2014/main" val="2159395933"/>
                    </a:ext>
                  </a:extLst>
                </a:gridCol>
                <a:gridCol w="1684129">
                  <a:extLst>
                    <a:ext uri="{9D8B030D-6E8A-4147-A177-3AD203B41FA5}">
                      <a16:colId xmlns:a16="http://schemas.microsoft.com/office/drawing/2014/main" val="3985120990"/>
                    </a:ext>
                  </a:extLst>
                </a:gridCol>
              </a:tblGrid>
              <a:tr h="6049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점검자</a:t>
                      </a:r>
                      <a:r>
                        <a:rPr lang="ko-KR" altLang="en-US" dirty="0"/>
                        <a:t> 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분석결과요약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분석 날짜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546739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577265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82119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22269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94432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257880"/>
                  </a:ext>
                </a:extLst>
              </a:tr>
            </a:tbl>
          </a:graphicData>
        </a:graphic>
      </p:graphicFrame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7CE45C8-829B-BF4B-E14B-604350119DB5}"/>
              </a:ext>
            </a:extLst>
          </p:cNvPr>
          <p:cNvSpPr/>
          <p:nvPr/>
        </p:nvSpPr>
        <p:spPr>
          <a:xfrm>
            <a:off x="1831878" y="1656481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제목 검색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B1500FE-CE97-5F48-5213-B787F6FF8161}"/>
              </a:ext>
            </a:extLst>
          </p:cNvPr>
          <p:cNvSpPr/>
          <p:nvPr/>
        </p:nvSpPr>
        <p:spPr>
          <a:xfrm>
            <a:off x="7680228" y="1588868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분석결과 작성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1798F3C-7513-0DC0-1125-3CD917D43BAF}"/>
              </a:ext>
            </a:extLst>
          </p:cNvPr>
          <p:cNvSpPr/>
          <p:nvPr/>
        </p:nvSpPr>
        <p:spPr>
          <a:xfrm>
            <a:off x="8597537" y="2743199"/>
            <a:ext cx="457192" cy="4463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조회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E0DAAC1-0D3C-A49D-C0A2-AC1108F215F3}"/>
              </a:ext>
            </a:extLst>
          </p:cNvPr>
          <p:cNvSpPr/>
          <p:nvPr/>
        </p:nvSpPr>
        <p:spPr>
          <a:xfrm>
            <a:off x="8597537" y="3386245"/>
            <a:ext cx="457192" cy="4463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조회</a:t>
            </a:r>
          </a:p>
        </p:txBody>
      </p:sp>
    </p:spTree>
    <p:extLst>
      <p:ext uri="{BB962C8B-B14F-4D97-AF65-F5344CB8AC3E}">
        <p14:creationId xmlns:p14="http://schemas.microsoft.com/office/powerpoint/2010/main" val="1586577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58A24-D261-08EF-33A5-467664A2E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C7B791D-D1DC-F6D6-8A62-588F3166FCA2}"/>
              </a:ext>
            </a:extLst>
          </p:cNvPr>
          <p:cNvSpPr/>
          <p:nvPr/>
        </p:nvSpPr>
        <p:spPr>
          <a:xfrm>
            <a:off x="710293" y="1533961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ㅍ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DBC17D8-0569-1AC0-1020-DAAF1185DFAE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분석결과 조회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D38A7F-7AB6-8B81-7EA1-44CDD3692685}"/>
              </a:ext>
            </a:extLst>
          </p:cNvPr>
          <p:cNvSpPr/>
          <p:nvPr/>
        </p:nvSpPr>
        <p:spPr>
          <a:xfrm>
            <a:off x="1353345" y="2018293"/>
            <a:ext cx="878477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A0B3ED5-EABF-14B7-6FC1-29AA7AE55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288456"/>
              </p:ext>
            </p:extLst>
          </p:nvPr>
        </p:nvGraphicFramePr>
        <p:xfrm>
          <a:off x="1485746" y="2100153"/>
          <a:ext cx="8571347" cy="3396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6579">
                  <a:extLst>
                    <a:ext uri="{9D8B030D-6E8A-4147-A177-3AD203B41FA5}">
                      <a16:colId xmlns:a16="http://schemas.microsoft.com/office/drawing/2014/main" val="39895136"/>
                    </a:ext>
                  </a:extLst>
                </a:gridCol>
                <a:gridCol w="5438775">
                  <a:extLst>
                    <a:ext uri="{9D8B030D-6E8A-4147-A177-3AD203B41FA5}">
                      <a16:colId xmlns:a16="http://schemas.microsoft.com/office/drawing/2014/main" val="4219674032"/>
                    </a:ext>
                  </a:extLst>
                </a:gridCol>
                <a:gridCol w="1255993">
                  <a:extLst>
                    <a:ext uri="{9D8B030D-6E8A-4147-A177-3AD203B41FA5}">
                      <a16:colId xmlns:a16="http://schemas.microsoft.com/office/drawing/2014/main" val="2018361073"/>
                    </a:ext>
                  </a:extLst>
                </a:gridCol>
              </a:tblGrid>
              <a:tr h="5660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이미지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분석 결과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546739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577265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82119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22269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94432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257880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457CA09-23DD-C8A3-25DD-CEC7CEB92266}"/>
              </a:ext>
            </a:extLst>
          </p:cNvPr>
          <p:cNvSpPr/>
          <p:nvPr/>
        </p:nvSpPr>
        <p:spPr>
          <a:xfrm>
            <a:off x="1353345" y="1012373"/>
            <a:ext cx="4399755" cy="4282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[</a:t>
            </a:r>
            <a:r>
              <a:rPr lang="ko-KR" altLang="en-US" dirty="0"/>
              <a:t>점검 대상 이름</a:t>
            </a:r>
            <a:r>
              <a:rPr lang="en-US" altLang="ko-KR" dirty="0"/>
              <a:t>]</a:t>
            </a:r>
            <a:r>
              <a:rPr lang="ko-KR" altLang="en-US" dirty="0"/>
              <a:t> 분석결과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EB2D5C1-8738-CECF-E5B0-1F43CF3CFE02}"/>
              </a:ext>
            </a:extLst>
          </p:cNvPr>
          <p:cNvSpPr/>
          <p:nvPr/>
        </p:nvSpPr>
        <p:spPr>
          <a:xfrm>
            <a:off x="9448800" y="578196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241076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6CE07-C188-95A2-A081-B09591F4A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9C3B350-8259-9D6B-4445-E502CC22A179}"/>
              </a:ext>
            </a:extLst>
          </p:cNvPr>
          <p:cNvSpPr/>
          <p:nvPr/>
        </p:nvSpPr>
        <p:spPr>
          <a:xfrm>
            <a:off x="612321" y="1488623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54B1B29-F601-212B-B38D-E69291E811CB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분석결과 작성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E204C8B-0465-5055-F907-28D4CDCD75FD}"/>
              </a:ext>
            </a:extLst>
          </p:cNvPr>
          <p:cNvSpPr/>
          <p:nvPr/>
        </p:nvSpPr>
        <p:spPr>
          <a:xfrm>
            <a:off x="998061" y="1653926"/>
            <a:ext cx="9755664" cy="45850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회원가입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50336A1-BDB6-E5CD-4C64-C5700696D447}"/>
              </a:ext>
            </a:extLst>
          </p:cNvPr>
          <p:cNvSpPr/>
          <p:nvPr/>
        </p:nvSpPr>
        <p:spPr>
          <a:xfrm>
            <a:off x="2496812" y="3891831"/>
            <a:ext cx="1959428" cy="20410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분석 결과 입력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9E10B0A-5D69-B681-E5D9-5C2394C83AE5}"/>
              </a:ext>
            </a:extLst>
          </p:cNvPr>
          <p:cNvSpPr/>
          <p:nvPr/>
        </p:nvSpPr>
        <p:spPr>
          <a:xfrm>
            <a:off x="2510013" y="4412054"/>
            <a:ext cx="1959428" cy="20410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첨부파일 업로드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3275A8-7DC2-2466-E077-980CDEC8615B}"/>
              </a:ext>
            </a:extLst>
          </p:cNvPr>
          <p:cNvSpPr txBox="1"/>
          <p:nvPr/>
        </p:nvSpPr>
        <p:spPr>
          <a:xfrm>
            <a:off x="2173647" y="1864139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분석결과 작성 페이지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D19FB1-E938-6814-51C2-5DC91F762E7E}"/>
              </a:ext>
            </a:extLst>
          </p:cNvPr>
          <p:cNvSpPr txBox="1"/>
          <p:nvPr/>
        </p:nvSpPr>
        <p:spPr>
          <a:xfrm>
            <a:off x="1296483" y="380921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분석결과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40B538-DAD7-1D1D-F417-FE8561248E57}"/>
              </a:ext>
            </a:extLst>
          </p:cNvPr>
          <p:cNvSpPr txBox="1"/>
          <p:nvPr/>
        </p:nvSpPr>
        <p:spPr>
          <a:xfrm>
            <a:off x="1850481" y="4355225"/>
            <a:ext cx="646331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사진</a:t>
            </a:r>
            <a:endParaRPr lang="en-US" altLang="ko-KR" dirty="0"/>
          </a:p>
          <a:p>
            <a:pPr algn="ctr"/>
            <a:endParaRPr lang="ko-KR" altLang="en-US" sz="1100" dirty="0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31B4947-7BDB-9960-A415-6135B75D1BC9}"/>
              </a:ext>
            </a:extLst>
          </p:cNvPr>
          <p:cNvSpPr/>
          <p:nvPr/>
        </p:nvSpPr>
        <p:spPr>
          <a:xfrm>
            <a:off x="2404285" y="3287352"/>
            <a:ext cx="2051955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항목 선택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9EFCD399-895A-738B-6482-DF1B2D759A62}"/>
              </a:ext>
            </a:extLst>
          </p:cNvPr>
          <p:cNvSpPr/>
          <p:nvPr/>
        </p:nvSpPr>
        <p:spPr>
          <a:xfrm rot="10800000">
            <a:off x="4155523" y="3367810"/>
            <a:ext cx="182336" cy="14788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232B5F-3AB8-32AA-317A-ED1779FE671D}"/>
              </a:ext>
            </a:extLst>
          </p:cNvPr>
          <p:cNvSpPr txBox="1"/>
          <p:nvPr/>
        </p:nvSpPr>
        <p:spPr>
          <a:xfrm>
            <a:off x="1527315" y="322395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항목</a:t>
            </a:r>
            <a:endParaRPr lang="ko-KR" altLang="en-US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97B0C19-BD39-4B9A-979D-1FCF41A2395C}"/>
              </a:ext>
            </a:extLst>
          </p:cNvPr>
          <p:cNvSpPr/>
          <p:nvPr/>
        </p:nvSpPr>
        <p:spPr>
          <a:xfrm>
            <a:off x="2285904" y="2391528"/>
            <a:ext cx="2051955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점검자</a:t>
            </a:r>
            <a:r>
              <a:rPr lang="ko-KR" altLang="en-US" dirty="0"/>
              <a:t> 선택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2" name="이등변 삼각형 31">
            <a:extLst>
              <a:ext uri="{FF2B5EF4-FFF2-40B4-BE49-F238E27FC236}">
                <a16:creationId xmlns:a16="http://schemas.microsoft.com/office/drawing/2014/main" id="{F2E67489-91B0-EE44-DEE5-109707AA4796}"/>
              </a:ext>
            </a:extLst>
          </p:cNvPr>
          <p:cNvSpPr/>
          <p:nvPr/>
        </p:nvSpPr>
        <p:spPr>
          <a:xfrm rot="10800000">
            <a:off x="4037142" y="2471986"/>
            <a:ext cx="182336" cy="14788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14AF0D-693D-6244-0B87-8C68A49A0EC7}"/>
              </a:ext>
            </a:extLst>
          </p:cNvPr>
          <p:cNvSpPr txBox="1"/>
          <p:nvPr/>
        </p:nvSpPr>
        <p:spPr>
          <a:xfrm>
            <a:off x="1468709" y="232813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점검자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8BEBD0-8CD5-7B56-0B1C-25C7EB34D706}"/>
              </a:ext>
            </a:extLst>
          </p:cNvPr>
          <p:cNvSpPr txBox="1"/>
          <p:nvPr/>
        </p:nvSpPr>
        <p:spPr>
          <a:xfrm>
            <a:off x="1468709" y="278808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점검대상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4D9B4AA2-E6C6-F195-F8E4-0209842DD2B5}"/>
              </a:ext>
            </a:extLst>
          </p:cNvPr>
          <p:cNvSpPr/>
          <p:nvPr/>
        </p:nvSpPr>
        <p:spPr>
          <a:xfrm>
            <a:off x="2535867" y="2861420"/>
            <a:ext cx="2051955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점검대상 선택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6" name="이등변 삼각형 35">
            <a:extLst>
              <a:ext uri="{FF2B5EF4-FFF2-40B4-BE49-F238E27FC236}">
                <a16:creationId xmlns:a16="http://schemas.microsoft.com/office/drawing/2014/main" id="{B96FDC8B-555F-00A3-E1F8-D5FCA5A0FC2E}"/>
              </a:ext>
            </a:extLst>
          </p:cNvPr>
          <p:cNvSpPr/>
          <p:nvPr/>
        </p:nvSpPr>
        <p:spPr>
          <a:xfrm rot="10800000">
            <a:off x="4287105" y="2941878"/>
            <a:ext cx="182336" cy="14788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8909654D-8C24-14A3-5B0C-A70EFAC7F32C}"/>
              </a:ext>
            </a:extLst>
          </p:cNvPr>
          <p:cNvSpPr/>
          <p:nvPr/>
        </p:nvSpPr>
        <p:spPr>
          <a:xfrm>
            <a:off x="2854688" y="5204074"/>
            <a:ext cx="1959427" cy="4463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저장</a:t>
            </a:r>
            <a:endParaRPr lang="ko-KR" altLang="en-US" dirty="0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01A27E7-C08F-9C79-87D0-F46680D48BB0}"/>
              </a:ext>
            </a:extLst>
          </p:cNvPr>
          <p:cNvSpPr/>
          <p:nvPr/>
        </p:nvSpPr>
        <p:spPr>
          <a:xfrm>
            <a:off x="9448800" y="578196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884541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292D8-A82D-06C9-21A4-F4EA74BF0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159BDEF-960A-CF8C-B499-E88DF08B1664}"/>
              </a:ext>
            </a:extLst>
          </p:cNvPr>
          <p:cNvSpPr/>
          <p:nvPr/>
        </p:nvSpPr>
        <p:spPr>
          <a:xfrm>
            <a:off x="710293" y="1533961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ㅍ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F952B6E-815B-0F91-1B3B-A1DB75E14940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공지사항 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전체</a:t>
            </a:r>
            <a:r>
              <a:rPr lang="en-US" altLang="ko-KR" sz="2400" b="1" dirty="0"/>
              <a:t>) – </a:t>
            </a:r>
            <a:r>
              <a:rPr lang="ko-KR" altLang="en-US" sz="2400" b="1" dirty="0"/>
              <a:t>읽기 전용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89BDEB-23CA-4EBE-1BAD-E0F15295CCC6}"/>
              </a:ext>
            </a:extLst>
          </p:cNvPr>
          <p:cNvSpPr/>
          <p:nvPr/>
        </p:nvSpPr>
        <p:spPr>
          <a:xfrm>
            <a:off x="1353345" y="2018293"/>
            <a:ext cx="878477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F1D3103-2A06-A6E9-E80F-F94909FC87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13337"/>
              </p:ext>
            </p:extLst>
          </p:nvPr>
        </p:nvGraphicFramePr>
        <p:xfrm>
          <a:off x="1485746" y="2100153"/>
          <a:ext cx="8571346" cy="3470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6548">
                  <a:extLst>
                    <a:ext uri="{9D8B030D-6E8A-4147-A177-3AD203B41FA5}">
                      <a16:colId xmlns:a16="http://schemas.microsoft.com/office/drawing/2014/main" val="39895136"/>
                    </a:ext>
                  </a:extLst>
                </a:gridCol>
                <a:gridCol w="1404798">
                  <a:extLst>
                    <a:ext uri="{9D8B030D-6E8A-4147-A177-3AD203B41FA5}">
                      <a16:colId xmlns:a16="http://schemas.microsoft.com/office/drawing/2014/main" val="2018361073"/>
                    </a:ext>
                  </a:extLst>
                </a:gridCol>
              </a:tblGrid>
              <a:tr h="5660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공지사항 제목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공지사항 작성일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546739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 </a:t>
                      </a:r>
                      <a:r>
                        <a:rPr lang="ko-KR" altLang="en-US" dirty="0"/>
                        <a:t>제목</a:t>
                      </a: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577265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 </a:t>
                      </a:r>
                      <a:r>
                        <a:rPr lang="ko-KR" altLang="en-US" dirty="0"/>
                        <a:t>제목</a:t>
                      </a:r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82119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22269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94432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257880"/>
                  </a:ext>
                </a:extLst>
              </a:tr>
            </a:tbl>
          </a:graphicData>
        </a:graphic>
      </p:graphicFrame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BED6990-B9AA-F3EE-C333-C189B11258E7}"/>
              </a:ext>
            </a:extLst>
          </p:cNvPr>
          <p:cNvSpPr/>
          <p:nvPr/>
        </p:nvSpPr>
        <p:spPr>
          <a:xfrm>
            <a:off x="1831878" y="1656481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제목 검색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9F38C7B-FD33-A6A8-E2C4-D20FECBCE966}"/>
              </a:ext>
            </a:extLst>
          </p:cNvPr>
          <p:cNvSpPr/>
          <p:nvPr/>
        </p:nvSpPr>
        <p:spPr>
          <a:xfrm>
            <a:off x="7625955" y="5694863"/>
            <a:ext cx="215456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892C1EE-D821-07C4-4520-CB8780CDDDDE}"/>
              </a:ext>
            </a:extLst>
          </p:cNvPr>
          <p:cNvSpPr/>
          <p:nvPr/>
        </p:nvSpPr>
        <p:spPr>
          <a:xfrm>
            <a:off x="7959509" y="5694862"/>
            <a:ext cx="215456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443BFC4-F699-08E5-887F-7F561DBED03A}"/>
              </a:ext>
            </a:extLst>
          </p:cNvPr>
          <p:cNvSpPr/>
          <p:nvPr/>
        </p:nvSpPr>
        <p:spPr>
          <a:xfrm>
            <a:off x="8293063" y="5694862"/>
            <a:ext cx="215456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9646090-6414-45C0-875C-F823CC56ADFE}"/>
              </a:ext>
            </a:extLst>
          </p:cNvPr>
          <p:cNvSpPr/>
          <p:nvPr/>
        </p:nvSpPr>
        <p:spPr>
          <a:xfrm>
            <a:off x="4776775" y="1656481"/>
            <a:ext cx="2051955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날짜 선택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1FF3E39C-F401-D565-2808-5A80A6DE2EDA}"/>
              </a:ext>
            </a:extLst>
          </p:cNvPr>
          <p:cNvSpPr/>
          <p:nvPr/>
        </p:nvSpPr>
        <p:spPr>
          <a:xfrm rot="10800000">
            <a:off x="6528013" y="1736939"/>
            <a:ext cx="182336" cy="14788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447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6BAC2-1C62-1EC0-83B3-929DAFC2D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0E54F6E-DFE8-C30E-EB8B-193F17D4963E}"/>
              </a:ext>
            </a:extLst>
          </p:cNvPr>
          <p:cNvSpPr/>
          <p:nvPr/>
        </p:nvSpPr>
        <p:spPr>
          <a:xfrm>
            <a:off x="710293" y="1551214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F4EC8F-BDD5-621C-1B0B-CD9EB0C36E7D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공지사항 내용 </a:t>
            </a:r>
            <a:r>
              <a:rPr lang="en-US" altLang="ko-KR" sz="2400" b="1" dirty="0"/>
              <a:t>– </a:t>
            </a:r>
            <a:r>
              <a:rPr lang="ko-KR" altLang="en-US" sz="2400" b="1" dirty="0"/>
              <a:t>읽기 전용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8B5DBF-67EB-A5EA-A522-5A2A9D583572}"/>
              </a:ext>
            </a:extLst>
          </p:cNvPr>
          <p:cNvSpPr/>
          <p:nvPr/>
        </p:nvSpPr>
        <p:spPr>
          <a:xfrm>
            <a:off x="914401" y="1736436"/>
            <a:ext cx="9938326" cy="45442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1A9506E-AA42-14E3-95D6-50C1C28F7CD6}"/>
              </a:ext>
            </a:extLst>
          </p:cNvPr>
          <p:cNvSpPr/>
          <p:nvPr/>
        </p:nvSpPr>
        <p:spPr>
          <a:xfrm>
            <a:off x="1105765" y="1948873"/>
            <a:ext cx="9504219" cy="5541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제목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AD5A76B-3C1E-DBB8-C693-A2BD205A92F9}"/>
              </a:ext>
            </a:extLst>
          </p:cNvPr>
          <p:cNvSpPr/>
          <p:nvPr/>
        </p:nvSpPr>
        <p:spPr>
          <a:xfrm>
            <a:off x="1105765" y="2826328"/>
            <a:ext cx="9504219" cy="26046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/>
              <a:t>내용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FD2C126-C38A-E617-CD3C-D701120EDCD4}"/>
              </a:ext>
            </a:extLst>
          </p:cNvPr>
          <p:cNvSpPr/>
          <p:nvPr/>
        </p:nvSpPr>
        <p:spPr>
          <a:xfrm>
            <a:off x="9448800" y="578196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398982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CB1D7-62B7-98E8-D572-312C616E7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EB35EE8-6400-14BD-1FF0-F0CEC97586ED}"/>
              </a:ext>
            </a:extLst>
          </p:cNvPr>
          <p:cNvSpPr/>
          <p:nvPr/>
        </p:nvSpPr>
        <p:spPr>
          <a:xfrm>
            <a:off x="710293" y="1533961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ㅍ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8951C79-2378-15B5-0494-7BBDC3D52002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공지사항 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최고관리자</a:t>
            </a:r>
            <a:r>
              <a:rPr lang="en-US" altLang="ko-KR" sz="2400" b="1" dirty="0"/>
              <a:t>) – </a:t>
            </a:r>
            <a:r>
              <a:rPr lang="ko-KR" altLang="en-US" sz="2400" b="1" dirty="0"/>
              <a:t>쓰기 가능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87DEB81-A954-E05D-C397-8BAD5BB09463}"/>
              </a:ext>
            </a:extLst>
          </p:cNvPr>
          <p:cNvSpPr/>
          <p:nvPr/>
        </p:nvSpPr>
        <p:spPr>
          <a:xfrm>
            <a:off x="1353345" y="2018293"/>
            <a:ext cx="878477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E36A17E-0E7B-AFBA-E8C7-C7D9199E4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392429"/>
              </p:ext>
            </p:extLst>
          </p:nvPr>
        </p:nvGraphicFramePr>
        <p:xfrm>
          <a:off x="1485746" y="2100153"/>
          <a:ext cx="8571345" cy="3544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57385">
                  <a:extLst>
                    <a:ext uri="{9D8B030D-6E8A-4147-A177-3AD203B41FA5}">
                      <a16:colId xmlns:a16="http://schemas.microsoft.com/office/drawing/2014/main" val="39895136"/>
                    </a:ext>
                  </a:extLst>
                </a:gridCol>
                <a:gridCol w="1206980">
                  <a:extLst>
                    <a:ext uri="{9D8B030D-6E8A-4147-A177-3AD203B41FA5}">
                      <a16:colId xmlns:a16="http://schemas.microsoft.com/office/drawing/2014/main" val="2018361073"/>
                    </a:ext>
                  </a:extLst>
                </a:gridCol>
                <a:gridCol w="1206980">
                  <a:extLst>
                    <a:ext uri="{9D8B030D-6E8A-4147-A177-3AD203B41FA5}">
                      <a16:colId xmlns:a16="http://schemas.microsoft.com/office/drawing/2014/main" val="3676319039"/>
                    </a:ext>
                  </a:extLst>
                </a:gridCol>
              </a:tblGrid>
              <a:tr h="5660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공지사항 제목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공지사항 작성일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편집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546739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 </a:t>
                      </a:r>
                      <a:r>
                        <a:rPr lang="ko-KR" altLang="en-US" dirty="0"/>
                        <a:t>제목</a:t>
                      </a: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작성일</a:t>
                      </a:r>
                    </a:p>
                    <a:p>
                      <a:pPr latinLnBrk="1"/>
                      <a:r>
                        <a:rPr lang="en-US" altLang="ko-KR" dirty="0"/>
                        <a:t>=</a:t>
                      </a:r>
                      <a:r>
                        <a:rPr lang="ko-KR" altLang="en-US" dirty="0"/>
                        <a:t>수정일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577265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 </a:t>
                      </a:r>
                      <a:r>
                        <a:rPr lang="ko-KR" altLang="en-US" dirty="0"/>
                        <a:t>제목</a:t>
                      </a:r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82119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22269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94432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257880"/>
                  </a:ext>
                </a:extLst>
              </a:tr>
            </a:tbl>
          </a:graphicData>
        </a:graphic>
      </p:graphicFrame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A2D2273-C104-CE0E-253D-297C0376E1A2}"/>
              </a:ext>
            </a:extLst>
          </p:cNvPr>
          <p:cNvSpPr/>
          <p:nvPr/>
        </p:nvSpPr>
        <p:spPr>
          <a:xfrm>
            <a:off x="1831878" y="1656481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제목 검색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616AC86-0503-D459-1DCC-DE5782AA3F13}"/>
              </a:ext>
            </a:extLst>
          </p:cNvPr>
          <p:cNvSpPr/>
          <p:nvPr/>
        </p:nvSpPr>
        <p:spPr>
          <a:xfrm>
            <a:off x="7625955" y="5694863"/>
            <a:ext cx="215456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09464FD-BC84-527C-5D78-FB9B96E6F263}"/>
              </a:ext>
            </a:extLst>
          </p:cNvPr>
          <p:cNvSpPr/>
          <p:nvPr/>
        </p:nvSpPr>
        <p:spPr>
          <a:xfrm>
            <a:off x="7959509" y="5694862"/>
            <a:ext cx="215456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7739ED5-1929-674E-42A5-75B9DDF970EA}"/>
              </a:ext>
            </a:extLst>
          </p:cNvPr>
          <p:cNvSpPr/>
          <p:nvPr/>
        </p:nvSpPr>
        <p:spPr>
          <a:xfrm>
            <a:off x="8293063" y="5694862"/>
            <a:ext cx="215456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C9C5B67-415E-AB1F-1DE0-70C46DD953F8}"/>
              </a:ext>
            </a:extLst>
          </p:cNvPr>
          <p:cNvSpPr/>
          <p:nvPr/>
        </p:nvSpPr>
        <p:spPr>
          <a:xfrm>
            <a:off x="4776775" y="1656481"/>
            <a:ext cx="2051955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날짜 선택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C48E41E8-2F14-3F9A-363A-A86789434523}"/>
              </a:ext>
            </a:extLst>
          </p:cNvPr>
          <p:cNvSpPr/>
          <p:nvPr/>
        </p:nvSpPr>
        <p:spPr>
          <a:xfrm rot="10800000">
            <a:off x="6528013" y="1736939"/>
            <a:ext cx="182336" cy="14788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8495D87-622A-A8F3-9972-BD7432435126}"/>
              </a:ext>
            </a:extLst>
          </p:cNvPr>
          <p:cNvSpPr/>
          <p:nvPr/>
        </p:nvSpPr>
        <p:spPr>
          <a:xfrm>
            <a:off x="7410293" y="1672023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새로운 공지등록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31E408D-0AA2-F98A-3A25-2D826EBC8B60}"/>
              </a:ext>
            </a:extLst>
          </p:cNvPr>
          <p:cNvSpPr/>
          <p:nvPr/>
        </p:nvSpPr>
        <p:spPr>
          <a:xfrm>
            <a:off x="9488139" y="2842338"/>
            <a:ext cx="568951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A0B109C-83B3-D3FE-6475-79D72D64DE87}"/>
              </a:ext>
            </a:extLst>
          </p:cNvPr>
          <p:cNvSpPr/>
          <p:nvPr/>
        </p:nvSpPr>
        <p:spPr>
          <a:xfrm>
            <a:off x="8882138" y="2842338"/>
            <a:ext cx="568951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685C991-40EF-CFC1-BD4D-67883B5B95E1}"/>
              </a:ext>
            </a:extLst>
          </p:cNvPr>
          <p:cNvSpPr/>
          <p:nvPr/>
        </p:nvSpPr>
        <p:spPr>
          <a:xfrm>
            <a:off x="9488139" y="3498174"/>
            <a:ext cx="568951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236BB93-E1CF-593D-588F-DEE570308161}"/>
              </a:ext>
            </a:extLst>
          </p:cNvPr>
          <p:cNvSpPr/>
          <p:nvPr/>
        </p:nvSpPr>
        <p:spPr>
          <a:xfrm>
            <a:off x="8882138" y="3498174"/>
            <a:ext cx="568951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F38623D-9644-51FF-1C58-27BC7476809B}"/>
              </a:ext>
            </a:extLst>
          </p:cNvPr>
          <p:cNvSpPr/>
          <p:nvPr/>
        </p:nvSpPr>
        <p:spPr>
          <a:xfrm>
            <a:off x="9469356" y="4071683"/>
            <a:ext cx="568951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5AB9316-28C5-40FF-411A-4EEF9F134381}"/>
              </a:ext>
            </a:extLst>
          </p:cNvPr>
          <p:cNvSpPr/>
          <p:nvPr/>
        </p:nvSpPr>
        <p:spPr>
          <a:xfrm>
            <a:off x="8863355" y="4071683"/>
            <a:ext cx="568951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94BC8EB-90DA-0B93-0460-14CF66FFCD31}"/>
              </a:ext>
            </a:extLst>
          </p:cNvPr>
          <p:cNvSpPr/>
          <p:nvPr/>
        </p:nvSpPr>
        <p:spPr>
          <a:xfrm>
            <a:off x="9469356" y="4547973"/>
            <a:ext cx="568951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86B980D-E069-9EDB-5126-252752AC52E4}"/>
              </a:ext>
            </a:extLst>
          </p:cNvPr>
          <p:cNvSpPr/>
          <p:nvPr/>
        </p:nvSpPr>
        <p:spPr>
          <a:xfrm>
            <a:off x="8863355" y="4547973"/>
            <a:ext cx="568951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301039B-F290-4180-5669-9FA2FD387997}"/>
              </a:ext>
            </a:extLst>
          </p:cNvPr>
          <p:cNvSpPr/>
          <p:nvPr/>
        </p:nvSpPr>
        <p:spPr>
          <a:xfrm>
            <a:off x="9469356" y="5166552"/>
            <a:ext cx="568951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78D7BEF-04C9-265F-419C-76D6E358DFE8}"/>
              </a:ext>
            </a:extLst>
          </p:cNvPr>
          <p:cNvSpPr/>
          <p:nvPr/>
        </p:nvSpPr>
        <p:spPr>
          <a:xfrm>
            <a:off x="8863355" y="5166552"/>
            <a:ext cx="568951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3020945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EFD65-8772-03D7-31EC-E55F5C4B2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9AC3F4B-DE58-5890-8C9C-EB0D7504536A}"/>
              </a:ext>
            </a:extLst>
          </p:cNvPr>
          <p:cNvSpPr/>
          <p:nvPr/>
        </p:nvSpPr>
        <p:spPr>
          <a:xfrm>
            <a:off x="710293" y="1551214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83AC54-3BF9-6AF5-62C0-157DA7A33586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공지사항 내용 작성 </a:t>
            </a:r>
            <a:r>
              <a:rPr lang="en-US" altLang="ko-KR" sz="2400" b="1" dirty="0"/>
              <a:t>– </a:t>
            </a:r>
            <a:r>
              <a:rPr lang="ko-KR" altLang="en-US" sz="2400" b="1" dirty="0"/>
              <a:t>쓰기 가능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972B148-EEB5-C34E-FB32-18E4E063B3C0}"/>
              </a:ext>
            </a:extLst>
          </p:cNvPr>
          <p:cNvSpPr/>
          <p:nvPr/>
        </p:nvSpPr>
        <p:spPr>
          <a:xfrm>
            <a:off x="914401" y="1736436"/>
            <a:ext cx="9938326" cy="45442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919E1FD-502D-E265-8325-DDE7B6743DBD}"/>
              </a:ext>
            </a:extLst>
          </p:cNvPr>
          <p:cNvSpPr/>
          <p:nvPr/>
        </p:nvSpPr>
        <p:spPr>
          <a:xfrm>
            <a:off x="1105765" y="1948873"/>
            <a:ext cx="9504219" cy="5541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제목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C3CD5C8-0220-2D57-D7AF-BE9BA4041FE4}"/>
              </a:ext>
            </a:extLst>
          </p:cNvPr>
          <p:cNvSpPr/>
          <p:nvPr/>
        </p:nvSpPr>
        <p:spPr>
          <a:xfrm>
            <a:off x="1105765" y="2826328"/>
            <a:ext cx="9504219" cy="26046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/>
              <a:t>내용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A3D724D-ACE8-A9CA-1924-93C946C30D4C}"/>
              </a:ext>
            </a:extLst>
          </p:cNvPr>
          <p:cNvSpPr/>
          <p:nvPr/>
        </p:nvSpPr>
        <p:spPr>
          <a:xfrm>
            <a:off x="9448800" y="578196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CF75EA0-9DEA-C97E-226B-0306A1FA5F6E}"/>
              </a:ext>
            </a:extLst>
          </p:cNvPr>
          <p:cNvSpPr/>
          <p:nvPr/>
        </p:nvSpPr>
        <p:spPr>
          <a:xfrm>
            <a:off x="8186468" y="580538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등록</a:t>
            </a:r>
          </a:p>
        </p:txBody>
      </p:sp>
    </p:spTree>
    <p:extLst>
      <p:ext uri="{BB962C8B-B14F-4D97-AF65-F5344CB8AC3E}">
        <p14:creationId xmlns:p14="http://schemas.microsoft.com/office/powerpoint/2010/main" val="1224294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4861CF-6698-5BA3-09BA-49C47FDEA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회원가입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7DA4F9-CFB5-0190-9697-7FE724C4F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319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51558C5-D903-197B-946B-FAF5A615D0F9}"/>
              </a:ext>
            </a:extLst>
          </p:cNvPr>
          <p:cNvSpPr/>
          <p:nvPr/>
        </p:nvSpPr>
        <p:spPr>
          <a:xfrm>
            <a:off x="612321" y="1488623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F3258E4-0AB1-A2DC-0287-F4964A766EBC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회원가입 </a:t>
            </a:r>
            <a:r>
              <a:rPr lang="en-US" altLang="ko-KR" sz="2400" b="1" dirty="0"/>
              <a:t>- </a:t>
            </a:r>
            <a:r>
              <a:rPr lang="ko-KR" altLang="en-US" sz="2400" b="1" dirty="0"/>
              <a:t>비회원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F1B4A2-3A4A-40A3-17AC-A94C38EACC03}"/>
              </a:ext>
            </a:extLst>
          </p:cNvPr>
          <p:cNvSpPr/>
          <p:nvPr/>
        </p:nvSpPr>
        <p:spPr>
          <a:xfrm>
            <a:off x="6414994" y="2282847"/>
            <a:ext cx="3605893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회원가입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746BA9B-20F7-DF79-2F8B-2522A8B8C7AC}"/>
              </a:ext>
            </a:extLst>
          </p:cNvPr>
          <p:cNvSpPr/>
          <p:nvPr/>
        </p:nvSpPr>
        <p:spPr>
          <a:xfrm>
            <a:off x="7262988" y="2906056"/>
            <a:ext cx="1959428" cy="20410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50A6D16-FDB4-3B58-8F76-2BBC4B9735F6}"/>
              </a:ext>
            </a:extLst>
          </p:cNvPr>
          <p:cNvSpPr/>
          <p:nvPr/>
        </p:nvSpPr>
        <p:spPr>
          <a:xfrm>
            <a:off x="7262988" y="4290133"/>
            <a:ext cx="1959428" cy="20410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C94DB48-4A3E-F417-3F2F-4E7D88D52C0C}"/>
              </a:ext>
            </a:extLst>
          </p:cNvPr>
          <p:cNvSpPr/>
          <p:nvPr/>
        </p:nvSpPr>
        <p:spPr>
          <a:xfrm>
            <a:off x="7262988" y="4674943"/>
            <a:ext cx="1959428" cy="20410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 - </a:t>
            </a:r>
            <a:r>
              <a:rPr lang="ko-KR" altLang="en-US" sz="1200" dirty="0">
                <a:solidFill>
                  <a:schemeClr val="tx1"/>
                </a:solidFill>
              </a:rPr>
              <a:t>선택</a:t>
            </a:r>
            <a:r>
              <a:rPr lang="en-US" altLang="ko-KR" sz="1200" dirty="0">
                <a:solidFill>
                  <a:schemeClr val="tx1"/>
                </a:solidFill>
              </a:rPr>
              <a:t> -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1F2C2D9-3FC9-0F0E-A90E-71E4C611F105}"/>
              </a:ext>
            </a:extLst>
          </p:cNvPr>
          <p:cNvSpPr/>
          <p:nvPr/>
        </p:nvSpPr>
        <p:spPr>
          <a:xfrm>
            <a:off x="7262988" y="3290866"/>
            <a:ext cx="1959428" cy="20410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53D24C1-DC78-0975-9976-F882CD37E9FF}"/>
              </a:ext>
            </a:extLst>
          </p:cNvPr>
          <p:cNvSpPr/>
          <p:nvPr/>
        </p:nvSpPr>
        <p:spPr>
          <a:xfrm>
            <a:off x="7262988" y="5059754"/>
            <a:ext cx="1959428" cy="20410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첨부파일 업로드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0E98B12-EB09-73EA-2745-578171F5365C}"/>
              </a:ext>
            </a:extLst>
          </p:cNvPr>
          <p:cNvSpPr/>
          <p:nvPr/>
        </p:nvSpPr>
        <p:spPr>
          <a:xfrm>
            <a:off x="7262988" y="3905323"/>
            <a:ext cx="1959428" cy="20410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93212B-2255-1F83-26F9-473D782CE4FB}"/>
              </a:ext>
            </a:extLst>
          </p:cNvPr>
          <p:cNvSpPr txBox="1"/>
          <p:nvPr/>
        </p:nvSpPr>
        <p:spPr>
          <a:xfrm>
            <a:off x="6926622" y="25118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회원가입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7E4438-AFCE-4491-401F-E00F2D1B71C7}"/>
              </a:ext>
            </a:extLst>
          </p:cNvPr>
          <p:cNvSpPr txBox="1"/>
          <p:nvPr/>
        </p:nvSpPr>
        <p:spPr>
          <a:xfrm>
            <a:off x="6632845" y="2829857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ID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AD299-4839-D1F6-51D9-6895C56E3515}"/>
              </a:ext>
            </a:extLst>
          </p:cNvPr>
          <p:cNvSpPr txBox="1"/>
          <p:nvPr/>
        </p:nvSpPr>
        <p:spPr>
          <a:xfrm>
            <a:off x="6568757" y="3211304"/>
            <a:ext cx="540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PW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B613EE-BB3C-895C-F517-FEB2B6FD263A}"/>
              </a:ext>
            </a:extLst>
          </p:cNvPr>
          <p:cNvSpPr txBox="1"/>
          <p:nvPr/>
        </p:nvSpPr>
        <p:spPr>
          <a:xfrm>
            <a:off x="6515826" y="382239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B613EE-BB3C-895C-F517-FEB2B6FD263A}"/>
              </a:ext>
            </a:extLst>
          </p:cNvPr>
          <p:cNvSpPr txBox="1"/>
          <p:nvPr/>
        </p:nvSpPr>
        <p:spPr>
          <a:xfrm>
            <a:off x="6284993" y="420384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전화번호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1DFFC9-D786-FF55-D62F-99BDC4DFF7B5}"/>
              </a:ext>
            </a:extLst>
          </p:cNvPr>
          <p:cNvSpPr txBox="1"/>
          <p:nvPr/>
        </p:nvSpPr>
        <p:spPr>
          <a:xfrm>
            <a:off x="6400410" y="458529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소속팀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EC8971-9456-0A47-B26E-E6D701F80E4B}"/>
              </a:ext>
            </a:extLst>
          </p:cNvPr>
          <p:cNvSpPr txBox="1"/>
          <p:nvPr/>
        </p:nvSpPr>
        <p:spPr>
          <a:xfrm>
            <a:off x="6370304" y="5016040"/>
            <a:ext cx="1308371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사진</a:t>
            </a:r>
            <a:endParaRPr lang="en-US" altLang="ko-KR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캐스트 선택사항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7D132A-FBDA-AFB9-7A8E-E5D9613AF998}"/>
              </a:ext>
            </a:extLst>
          </p:cNvPr>
          <p:cNvSpPr txBox="1"/>
          <p:nvPr/>
        </p:nvSpPr>
        <p:spPr>
          <a:xfrm>
            <a:off x="1117229" y="434556"/>
            <a:ext cx="110799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/>
              <a:t>회원가입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6AEB244-5852-62E1-1721-350D07B39BE4}"/>
              </a:ext>
            </a:extLst>
          </p:cNvPr>
          <p:cNvSpPr/>
          <p:nvPr/>
        </p:nvSpPr>
        <p:spPr>
          <a:xfrm>
            <a:off x="9661947" y="5869638"/>
            <a:ext cx="717880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70C0"/>
                </a:solidFill>
              </a:rPr>
              <a:t>가입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9F8D26-63B5-37CE-74E4-CEB5E93D42A6}"/>
              </a:ext>
            </a:extLst>
          </p:cNvPr>
          <p:cNvSpPr/>
          <p:nvPr/>
        </p:nvSpPr>
        <p:spPr>
          <a:xfrm>
            <a:off x="1402634" y="2353213"/>
            <a:ext cx="4380746" cy="36113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개인정보 이용동의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동의 안 하면 가입 못 해용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0AF3CBA-100C-4C58-9496-9575680C8053}"/>
              </a:ext>
            </a:extLst>
          </p:cNvPr>
          <p:cNvSpPr/>
          <p:nvPr/>
        </p:nvSpPr>
        <p:spPr>
          <a:xfrm>
            <a:off x="3176756" y="5469446"/>
            <a:ext cx="196769" cy="2094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EB1FA6E-9799-F1A9-6779-A8E6EEE2ECA4}"/>
              </a:ext>
            </a:extLst>
          </p:cNvPr>
          <p:cNvSpPr/>
          <p:nvPr/>
        </p:nvSpPr>
        <p:spPr>
          <a:xfrm>
            <a:off x="4308754" y="5463793"/>
            <a:ext cx="196769" cy="2094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2087E1-8FF3-9037-D2D7-46278C6B1E6F}"/>
              </a:ext>
            </a:extLst>
          </p:cNvPr>
          <p:cNvSpPr txBox="1"/>
          <p:nvPr/>
        </p:nvSpPr>
        <p:spPr>
          <a:xfrm>
            <a:off x="2633017" y="541462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동의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5AC86B-18AB-C332-9972-DDFDC6851B45}"/>
              </a:ext>
            </a:extLst>
          </p:cNvPr>
          <p:cNvSpPr txBox="1"/>
          <p:nvPr/>
        </p:nvSpPr>
        <p:spPr>
          <a:xfrm>
            <a:off x="3605431" y="5414622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/>
              <a:t>비동의</a:t>
            </a:r>
            <a:endParaRPr lang="ko-KR" altLang="en-US" sz="1400" b="1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7BE8271-81EF-DFB0-5240-55953CAEA524}"/>
              </a:ext>
            </a:extLst>
          </p:cNvPr>
          <p:cNvSpPr/>
          <p:nvPr/>
        </p:nvSpPr>
        <p:spPr>
          <a:xfrm>
            <a:off x="7262988" y="3574976"/>
            <a:ext cx="1959428" cy="20410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CC4FC0-6EFD-3301-34C5-17A67EA6B491}"/>
              </a:ext>
            </a:extLst>
          </p:cNvPr>
          <p:cNvSpPr txBox="1"/>
          <p:nvPr/>
        </p:nvSpPr>
        <p:spPr>
          <a:xfrm>
            <a:off x="6408487" y="3516851"/>
            <a:ext cx="100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PW</a:t>
            </a:r>
            <a:r>
              <a:rPr lang="ko-KR" altLang="en-US" dirty="0"/>
              <a:t>확인</a:t>
            </a:r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3B2F2DBF-E015-133D-7F80-F5390C223B86}"/>
              </a:ext>
            </a:extLst>
          </p:cNvPr>
          <p:cNvSpPr/>
          <p:nvPr/>
        </p:nvSpPr>
        <p:spPr>
          <a:xfrm rot="10800000">
            <a:off x="8796610" y="4727390"/>
            <a:ext cx="135117" cy="126298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827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657B3-7E82-75D8-3E2D-3B64B8142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건의함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EE88F8-BE9A-D72F-8EBA-D291832E7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캐스트</a:t>
            </a:r>
          </a:p>
        </p:txBody>
      </p:sp>
    </p:spTree>
    <p:extLst>
      <p:ext uri="{BB962C8B-B14F-4D97-AF65-F5344CB8AC3E}">
        <p14:creationId xmlns:p14="http://schemas.microsoft.com/office/powerpoint/2010/main" val="2946864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2FC9C-5FCA-9267-EF30-AA1208F71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D158639-C62F-EC7E-93A7-B061D89AF242}"/>
              </a:ext>
            </a:extLst>
          </p:cNvPr>
          <p:cNvSpPr/>
          <p:nvPr/>
        </p:nvSpPr>
        <p:spPr>
          <a:xfrm>
            <a:off x="735982" y="1551131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605C57-2964-7FF7-88A6-368D331B5773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건의함 </a:t>
            </a:r>
            <a:r>
              <a:rPr lang="en-US" altLang="ko-KR" sz="2400" b="1" dirty="0"/>
              <a:t>– </a:t>
            </a:r>
            <a:r>
              <a:rPr lang="ko-KR" altLang="en-US" sz="2400" b="1" dirty="0"/>
              <a:t>캐스트 전용 </a:t>
            </a:r>
            <a:r>
              <a:rPr lang="en-US" altLang="ko-KR" sz="2400" b="1" dirty="0"/>
              <a:t>– </a:t>
            </a:r>
            <a:r>
              <a:rPr lang="ko-KR" altLang="en-US" sz="2400" b="1" dirty="0"/>
              <a:t>쓰기 가능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2F4EC8A-27CD-D32B-CAF9-8200DD17E932}"/>
              </a:ext>
            </a:extLst>
          </p:cNvPr>
          <p:cNvSpPr/>
          <p:nvPr/>
        </p:nvSpPr>
        <p:spPr>
          <a:xfrm>
            <a:off x="914401" y="1736436"/>
            <a:ext cx="9938326" cy="45442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F06B556-C0C1-69C3-D363-EF2E3D80E97E}"/>
              </a:ext>
            </a:extLst>
          </p:cNvPr>
          <p:cNvSpPr/>
          <p:nvPr/>
        </p:nvSpPr>
        <p:spPr>
          <a:xfrm>
            <a:off x="1105765" y="1948873"/>
            <a:ext cx="9504219" cy="5541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제목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357BA42-7EA9-D534-E5A7-7834150E6968}"/>
              </a:ext>
            </a:extLst>
          </p:cNvPr>
          <p:cNvSpPr/>
          <p:nvPr/>
        </p:nvSpPr>
        <p:spPr>
          <a:xfrm>
            <a:off x="1105765" y="2826328"/>
            <a:ext cx="9504219" cy="26046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/>
              <a:t>내용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ED72C86-F9FA-AE0D-2917-130D597F8E6A}"/>
              </a:ext>
            </a:extLst>
          </p:cNvPr>
          <p:cNvSpPr/>
          <p:nvPr/>
        </p:nvSpPr>
        <p:spPr>
          <a:xfrm>
            <a:off x="8760587" y="5760191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등록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D9F9BF5-0299-20E6-C92E-D591CE9C0BDA}"/>
              </a:ext>
            </a:extLst>
          </p:cNvPr>
          <p:cNvSpPr/>
          <p:nvPr/>
        </p:nvSpPr>
        <p:spPr>
          <a:xfrm>
            <a:off x="9772299" y="5754256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833266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42C2D6-084F-1C90-909A-7AEA53BCD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건의함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25B73B-652A-FB97-1F7C-6696F5CB7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최고관리자</a:t>
            </a:r>
          </a:p>
        </p:txBody>
      </p:sp>
    </p:spTree>
    <p:extLst>
      <p:ext uri="{BB962C8B-B14F-4D97-AF65-F5344CB8AC3E}">
        <p14:creationId xmlns:p14="http://schemas.microsoft.com/office/powerpoint/2010/main" val="2490584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120A8-0896-5E26-7E62-E1299F6C4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3F5893D-2476-344F-E212-A5E18AFE6628}"/>
              </a:ext>
            </a:extLst>
          </p:cNvPr>
          <p:cNvSpPr/>
          <p:nvPr/>
        </p:nvSpPr>
        <p:spPr>
          <a:xfrm>
            <a:off x="710293" y="1551214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644FB64-04C4-0B09-4C48-04FBFCD8DDA8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건의함</a:t>
            </a:r>
            <a:r>
              <a:rPr lang="en-US" altLang="ko-KR" sz="2400" b="1" dirty="0"/>
              <a:t> – Admin </a:t>
            </a:r>
            <a:r>
              <a:rPr lang="ko-KR" altLang="en-US" sz="2400" b="1" dirty="0"/>
              <a:t>전용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395E30B-325A-18F2-8706-B8588B70C833}"/>
              </a:ext>
            </a:extLst>
          </p:cNvPr>
          <p:cNvSpPr/>
          <p:nvPr/>
        </p:nvSpPr>
        <p:spPr>
          <a:xfrm>
            <a:off x="1353345" y="2018293"/>
            <a:ext cx="878477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58DC5F6-3F48-B8AE-F6F8-115CBE8AF2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609461"/>
              </p:ext>
            </p:extLst>
          </p:nvPr>
        </p:nvGraphicFramePr>
        <p:xfrm>
          <a:off x="1460057" y="2030243"/>
          <a:ext cx="8571344" cy="3618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7353">
                  <a:extLst>
                    <a:ext uri="{9D8B030D-6E8A-4147-A177-3AD203B41FA5}">
                      <a16:colId xmlns:a16="http://schemas.microsoft.com/office/drawing/2014/main" val="39895136"/>
                    </a:ext>
                  </a:extLst>
                </a:gridCol>
                <a:gridCol w="1057997">
                  <a:extLst>
                    <a:ext uri="{9D8B030D-6E8A-4147-A177-3AD203B41FA5}">
                      <a16:colId xmlns:a16="http://schemas.microsoft.com/office/drawing/2014/main" val="2018361073"/>
                    </a:ext>
                  </a:extLst>
                </a:gridCol>
                <a:gridCol w="877529">
                  <a:extLst>
                    <a:ext uri="{9D8B030D-6E8A-4147-A177-3AD203B41FA5}">
                      <a16:colId xmlns:a16="http://schemas.microsoft.com/office/drawing/2014/main" val="1909650360"/>
                    </a:ext>
                  </a:extLst>
                </a:gridCol>
                <a:gridCol w="1238465">
                  <a:extLst>
                    <a:ext uri="{9D8B030D-6E8A-4147-A177-3AD203B41FA5}">
                      <a16:colId xmlns:a16="http://schemas.microsoft.com/office/drawing/2014/main" val="2683840519"/>
                    </a:ext>
                  </a:extLst>
                </a:gridCol>
              </a:tblGrid>
              <a:tr h="5660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건의내역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조치 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삭제버튼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546739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 </a:t>
                      </a:r>
                      <a:r>
                        <a:rPr lang="ko-KR" altLang="en-US" dirty="0"/>
                        <a:t>제목</a:t>
                      </a:r>
                      <a:r>
                        <a:rPr lang="en-US" altLang="ko-KR" dirty="0"/>
                        <a:t> 1 (</a:t>
                      </a:r>
                      <a:r>
                        <a:rPr lang="ko-KR" altLang="en-US" dirty="0"/>
                        <a:t>들어가본 건의내역은 글씨 색 또는 바탕색이 변하게</a:t>
                      </a:r>
                      <a:r>
                        <a:rPr lang="en-US" altLang="ko-KR" dirty="0"/>
                        <a:t>)       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577265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 </a:t>
                      </a:r>
                      <a:r>
                        <a:rPr lang="ko-KR" altLang="en-US" dirty="0"/>
                        <a:t>제목</a:t>
                      </a:r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조치 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82119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22269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94432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257880"/>
                  </a:ext>
                </a:extLst>
              </a:tr>
            </a:tbl>
          </a:graphicData>
        </a:graphic>
      </p:graphicFrame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BE31C5E-3BCC-587E-FDCD-51F6E80DCCD3}"/>
              </a:ext>
            </a:extLst>
          </p:cNvPr>
          <p:cNvSpPr/>
          <p:nvPr/>
        </p:nvSpPr>
        <p:spPr>
          <a:xfrm>
            <a:off x="1831878" y="1656481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제목 검색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D6B668C-8406-8DC6-C4C4-867AF3C91778}"/>
              </a:ext>
            </a:extLst>
          </p:cNvPr>
          <p:cNvSpPr/>
          <p:nvPr/>
        </p:nvSpPr>
        <p:spPr>
          <a:xfrm>
            <a:off x="7625955" y="5694863"/>
            <a:ext cx="215456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735D950-5A18-434F-1745-F7CEA2EDB211}"/>
              </a:ext>
            </a:extLst>
          </p:cNvPr>
          <p:cNvSpPr/>
          <p:nvPr/>
        </p:nvSpPr>
        <p:spPr>
          <a:xfrm>
            <a:off x="7959509" y="5694862"/>
            <a:ext cx="215456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1577021-AAD8-D006-B734-1D5ECBF46107}"/>
              </a:ext>
            </a:extLst>
          </p:cNvPr>
          <p:cNvSpPr/>
          <p:nvPr/>
        </p:nvSpPr>
        <p:spPr>
          <a:xfrm>
            <a:off x="8293063" y="5694862"/>
            <a:ext cx="215456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516C5F9-6501-72B9-E269-7CED6C8979DB}"/>
              </a:ext>
            </a:extLst>
          </p:cNvPr>
          <p:cNvSpPr/>
          <p:nvPr/>
        </p:nvSpPr>
        <p:spPr>
          <a:xfrm>
            <a:off x="4776775" y="1656481"/>
            <a:ext cx="2051955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-</a:t>
            </a:r>
            <a:r>
              <a:rPr lang="ko-KR" altLang="en-US" dirty="0"/>
              <a:t>조치여부 선택</a:t>
            </a:r>
            <a:r>
              <a:rPr lang="en-US" altLang="ko-KR" dirty="0"/>
              <a:t>- </a:t>
            </a:r>
            <a:endParaRPr lang="ko-KR" altLang="en-US" dirty="0"/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5CF84484-4860-9D79-FB8C-6E3436855DB9}"/>
              </a:ext>
            </a:extLst>
          </p:cNvPr>
          <p:cNvSpPr/>
          <p:nvPr/>
        </p:nvSpPr>
        <p:spPr>
          <a:xfrm rot="10800000">
            <a:off x="6528013" y="1736939"/>
            <a:ext cx="182336" cy="14788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646992D-6B23-7220-4AB1-E42F651DA8D4}"/>
              </a:ext>
            </a:extLst>
          </p:cNvPr>
          <p:cNvGrpSpPr/>
          <p:nvPr/>
        </p:nvGrpSpPr>
        <p:grpSpPr>
          <a:xfrm>
            <a:off x="9108622" y="2699657"/>
            <a:ext cx="446314" cy="446314"/>
            <a:chOff x="11035393" y="1997529"/>
            <a:chExt cx="446314" cy="446314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29161077-8B17-1BEB-496B-76FAF32427B0}"/>
                </a:ext>
              </a:extLst>
            </p:cNvPr>
            <p:cNvSpPr/>
            <p:nvPr/>
          </p:nvSpPr>
          <p:spPr>
            <a:xfrm>
              <a:off x="11035393" y="1997529"/>
              <a:ext cx="446314" cy="44631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2" name="그래픽 31" descr="닫기 단색으로 채워진">
              <a:extLst>
                <a:ext uri="{FF2B5EF4-FFF2-40B4-BE49-F238E27FC236}">
                  <a16:creationId xmlns:a16="http://schemas.microsoft.com/office/drawing/2014/main" id="{786D3483-389D-6E18-BC8E-1686E17A1B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123839" y="2085975"/>
              <a:ext cx="269421" cy="269421"/>
            </a:xfrm>
            <a:prstGeom prst="rect">
              <a:avLst/>
            </a:prstGeom>
          </p:spPr>
        </p:pic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28FAA99E-71F7-12C2-57AD-D3F8E4322904}"/>
              </a:ext>
            </a:extLst>
          </p:cNvPr>
          <p:cNvGrpSpPr/>
          <p:nvPr/>
        </p:nvGrpSpPr>
        <p:grpSpPr>
          <a:xfrm>
            <a:off x="9108622" y="3295438"/>
            <a:ext cx="446314" cy="446314"/>
            <a:chOff x="11035393" y="1997529"/>
            <a:chExt cx="446314" cy="446314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FF998721-5C72-B89A-6678-EB5B184E0941}"/>
                </a:ext>
              </a:extLst>
            </p:cNvPr>
            <p:cNvSpPr/>
            <p:nvPr/>
          </p:nvSpPr>
          <p:spPr>
            <a:xfrm>
              <a:off x="11035393" y="1997529"/>
              <a:ext cx="446314" cy="44631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7" name="그래픽 36" descr="닫기 단색으로 채워진">
              <a:extLst>
                <a:ext uri="{FF2B5EF4-FFF2-40B4-BE49-F238E27FC236}">
                  <a16:creationId xmlns:a16="http://schemas.microsoft.com/office/drawing/2014/main" id="{00731E45-AFD2-2C19-06C3-C804CBB54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123839" y="2085975"/>
              <a:ext cx="269421" cy="269421"/>
            </a:xfrm>
            <a:prstGeom prst="rect">
              <a:avLst/>
            </a:prstGeom>
          </p:spPr>
        </p:pic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FF38954-4DC1-78D7-5097-F9E5F71525C2}"/>
              </a:ext>
            </a:extLst>
          </p:cNvPr>
          <p:cNvGrpSpPr/>
          <p:nvPr/>
        </p:nvGrpSpPr>
        <p:grpSpPr>
          <a:xfrm>
            <a:off x="9108622" y="3891219"/>
            <a:ext cx="446314" cy="446314"/>
            <a:chOff x="11035393" y="1997529"/>
            <a:chExt cx="446314" cy="446314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A7E09AA6-4DE0-208C-3A15-F5CC9BF8AFBD}"/>
                </a:ext>
              </a:extLst>
            </p:cNvPr>
            <p:cNvSpPr/>
            <p:nvPr/>
          </p:nvSpPr>
          <p:spPr>
            <a:xfrm>
              <a:off x="11035393" y="1997529"/>
              <a:ext cx="446314" cy="44631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0" name="그래픽 39" descr="닫기 단색으로 채워진">
              <a:extLst>
                <a:ext uri="{FF2B5EF4-FFF2-40B4-BE49-F238E27FC236}">
                  <a16:creationId xmlns:a16="http://schemas.microsoft.com/office/drawing/2014/main" id="{844F54E9-7899-511F-84A2-360F52DD9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123839" y="2085975"/>
              <a:ext cx="269421" cy="269421"/>
            </a:xfrm>
            <a:prstGeom prst="rect">
              <a:avLst/>
            </a:prstGeom>
          </p:spPr>
        </p:pic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4875A09-BC2B-DA81-E1AD-A245C72DAE32}"/>
              </a:ext>
            </a:extLst>
          </p:cNvPr>
          <p:cNvGrpSpPr/>
          <p:nvPr/>
        </p:nvGrpSpPr>
        <p:grpSpPr>
          <a:xfrm>
            <a:off x="9104540" y="4425979"/>
            <a:ext cx="446314" cy="446314"/>
            <a:chOff x="11035393" y="1997529"/>
            <a:chExt cx="446314" cy="446314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1BEB8BFD-8C91-949E-070F-9E73F925BE11}"/>
                </a:ext>
              </a:extLst>
            </p:cNvPr>
            <p:cNvSpPr/>
            <p:nvPr/>
          </p:nvSpPr>
          <p:spPr>
            <a:xfrm>
              <a:off x="11035393" y="1997529"/>
              <a:ext cx="446314" cy="44631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3" name="그래픽 42" descr="닫기 단색으로 채워진">
              <a:extLst>
                <a:ext uri="{FF2B5EF4-FFF2-40B4-BE49-F238E27FC236}">
                  <a16:creationId xmlns:a16="http://schemas.microsoft.com/office/drawing/2014/main" id="{27CCEDDD-7A42-1275-0366-59BDF2297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123839" y="2085975"/>
              <a:ext cx="269421" cy="269421"/>
            </a:xfrm>
            <a:prstGeom prst="rect">
              <a:avLst/>
            </a:prstGeom>
          </p:spPr>
        </p:pic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06DEF78B-B9BE-69D9-1FBA-D46DFC98E79C}"/>
              </a:ext>
            </a:extLst>
          </p:cNvPr>
          <p:cNvGrpSpPr/>
          <p:nvPr/>
        </p:nvGrpSpPr>
        <p:grpSpPr>
          <a:xfrm>
            <a:off x="9104539" y="5021760"/>
            <a:ext cx="446314" cy="446314"/>
            <a:chOff x="11035393" y="1997529"/>
            <a:chExt cx="446314" cy="446314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89D3EAA7-C795-C6DE-22F8-EF52777133D9}"/>
                </a:ext>
              </a:extLst>
            </p:cNvPr>
            <p:cNvSpPr/>
            <p:nvPr/>
          </p:nvSpPr>
          <p:spPr>
            <a:xfrm>
              <a:off x="11035393" y="1997529"/>
              <a:ext cx="446314" cy="44631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6" name="그래픽 45" descr="닫기 단색으로 채워진">
              <a:extLst>
                <a:ext uri="{FF2B5EF4-FFF2-40B4-BE49-F238E27FC236}">
                  <a16:creationId xmlns:a16="http://schemas.microsoft.com/office/drawing/2014/main" id="{3D20CFAA-6857-3526-3903-51FC8CF2F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123839" y="2085975"/>
              <a:ext cx="269421" cy="269421"/>
            </a:xfrm>
            <a:prstGeom prst="rect">
              <a:avLst/>
            </a:prstGeom>
          </p:spPr>
        </p:pic>
      </p:grp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7FBAD552-F888-5A63-EC4F-DEADD010692F}"/>
              </a:ext>
            </a:extLst>
          </p:cNvPr>
          <p:cNvSpPr/>
          <p:nvPr/>
        </p:nvSpPr>
        <p:spPr>
          <a:xfrm>
            <a:off x="8164087" y="2752724"/>
            <a:ext cx="457192" cy="4463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조회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FD5EA521-FB4E-192D-64CB-312E1A8F08AD}"/>
              </a:ext>
            </a:extLst>
          </p:cNvPr>
          <p:cNvSpPr/>
          <p:nvPr/>
        </p:nvSpPr>
        <p:spPr>
          <a:xfrm>
            <a:off x="8136398" y="3428999"/>
            <a:ext cx="457192" cy="4463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조회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47E6B6BA-79CE-32B9-A891-5852FE40818D}"/>
              </a:ext>
            </a:extLst>
          </p:cNvPr>
          <p:cNvSpPr/>
          <p:nvPr/>
        </p:nvSpPr>
        <p:spPr>
          <a:xfrm>
            <a:off x="8097225" y="5118369"/>
            <a:ext cx="457192" cy="4463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조회</a:t>
            </a:r>
          </a:p>
        </p:txBody>
      </p:sp>
    </p:spTree>
    <p:extLst>
      <p:ext uri="{BB962C8B-B14F-4D97-AF65-F5344CB8AC3E}">
        <p14:creationId xmlns:p14="http://schemas.microsoft.com/office/powerpoint/2010/main" val="3106063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71C8E-8E02-6855-921D-674FBAC39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41F509E-BA2D-A450-48A4-5597CAE86E27}"/>
              </a:ext>
            </a:extLst>
          </p:cNvPr>
          <p:cNvSpPr/>
          <p:nvPr/>
        </p:nvSpPr>
        <p:spPr>
          <a:xfrm>
            <a:off x="710293" y="1551214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C0825A-5793-D030-8E25-BB062D39C616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건의함</a:t>
            </a:r>
            <a:r>
              <a:rPr lang="en-US" altLang="ko-KR" sz="2400" b="1" dirty="0"/>
              <a:t> – Admin </a:t>
            </a:r>
            <a:r>
              <a:rPr lang="ko-KR" altLang="en-US" sz="2400" b="1" dirty="0"/>
              <a:t>전용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07B0A92-FD5E-5622-E717-95C77E32AA26}"/>
              </a:ext>
            </a:extLst>
          </p:cNvPr>
          <p:cNvSpPr/>
          <p:nvPr/>
        </p:nvSpPr>
        <p:spPr>
          <a:xfrm>
            <a:off x="1374835" y="2054628"/>
            <a:ext cx="878477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CEB0557-18B7-DCC8-DF60-D1D6060BEE52}"/>
              </a:ext>
            </a:extLst>
          </p:cNvPr>
          <p:cNvCxnSpPr/>
          <p:nvPr/>
        </p:nvCxnSpPr>
        <p:spPr>
          <a:xfrm>
            <a:off x="2142836" y="2770909"/>
            <a:ext cx="680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911251C-090D-88E7-A26A-52A84DD2C0A4}"/>
              </a:ext>
            </a:extLst>
          </p:cNvPr>
          <p:cNvCxnSpPr/>
          <p:nvPr/>
        </p:nvCxnSpPr>
        <p:spPr>
          <a:xfrm>
            <a:off x="2142836" y="4881418"/>
            <a:ext cx="680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79B971B-3C94-3DDE-D43F-6DED8DEFF029}"/>
              </a:ext>
            </a:extLst>
          </p:cNvPr>
          <p:cNvSpPr txBox="1"/>
          <p:nvPr/>
        </p:nvSpPr>
        <p:spPr>
          <a:xfrm>
            <a:off x="2092779" y="2316822"/>
            <a:ext cx="3220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제목</a:t>
            </a:r>
            <a:r>
              <a:rPr lang="en-US" altLang="ko-KR" dirty="0"/>
              <a:t>: </a:t>
            </a:r>
            <a:r>
              <a:rPr lang="ko-KR" altLang="en-US" dirty="0"/>
              <a:t>안녕하세요 제목입니다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950A63-8BE7-B689-5B6A-463C3A11065A}"/>
              </a:ext>
            </a:extLst>
          </p:cNvPr>
          <p:cNvSpPr txBox="1"/>
          <p:nvPr/>
        </p:nvSpPr>
        <p:spPr>
          <a:xfrm>
            <a:off x="2092778" y="2981345"/>
            <a:ext cx="3220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내용</a:t>
            </a:r>
            <a:r>
              <a:rPr lang="en-US" altLang="ko-KR" dirty="0"/>
              <a:t>: </a:t>
            </a:r>
            <a:r>
              <a:rPr lang="ko-KR" altLang="en-US" dirty="0"/>
              <a:t>안녕하세요 내용입니다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07F71EC-50CA-3899-B454-9723D08783D6}"/>
              </a:ext>
            </a:extLst>
          </p:cNvPr>
          <p:cNvSpPr/>
          <p:nvPr/>
        </p:nvSpPr>
        <p:spPr>
          <a:xfrm>
            <a:off x="8950036" y="5045549"/>
            <a:ext cx="803564" cy="394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875ED50-FEEF-E2EE-82B9-8964A9C1BE7A}"/>
              </a:ext>
            </a:extLst>
          </p:cNvPr>
          <p:cNvSpPr/>
          <p:nvPr/>
        </p:nvSpPr>
        <p:spPr>
          <a:xfrm>
            <a:off x="1741054" y="5066330"/>
            <a:ext cx="803564" cy="394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BACK</a:t>
            </a:r>
            <a:endParaRPr lang="ko-KR" altLang="en-US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283FCFF-9B25-6CF8-AA47-520F561D58DC}"/>
              </a:ext>
            </a:extLst>
          </p:cNvPr>
          <p:cNvSpPr/>
          <p:nvPr/>
        </p:nvSpPr>
        <p:spPr>
          <a:xfrm>
            <a:off x="7410091" y="5022397"/>
            <a:ext cx="1357223" cy="394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조치완료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2440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8D726B-6102-AD35-D6F4-7BBCDC68C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마이페이지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68390D-9A81-9BA7-175E-D2C7178AD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최고관리자</a:t>
            </a:r>
          </a:p>
        </p:txBody>
      </p:sp>
    </p:spTree>
    <p:extLst>
      <p:ext uri="{BB962C8B-B14F-4D97-AF65-F5344CB8AC3E}">
        <p14:creationId xmlns:p14="http://schemas.microsoft.com/office/powerpoint/2010/main" val="1515667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426A5-7378-3765-DAFE-7F0F4B40F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F4A6EA0-58F8-8ADC-7B0C-F29E4CB4BE7B}"/>
              </a:ext>
            </a:extLst>
          </p:cNvPr>
          <p:cNvSpPr/>
          <p:nvPr/>
        </p:nvSpPr>
        <p:spPr>
          <a:xfrm>
            <a:off x="710293" y="1555527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81D46F-55E9-C368-D35B-F1FC15590ACF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마이페이지</a:t>
            </a:r>
            <a:r>
              <a:rPr lang="en-US" altLang="ko-KR" b="1" dirty="0"/>
              <a:t>(</a:t>
            </a:r>
            <a:r>
              <a:rPr lang="ko-KR" altLang="en-US" b="1" dirty="0" err="1"/>
              <a:t>메인화면</a:t>
            </a:r>
            <a:r>
              <a:rPr lang="en-US" altLang="ko-KR" b="1" dirty="0"/>
              <a:t>)</a:t>
            </a:r>
            <a:r>
              <a:rPr lang="ko-KR" altLang="en-US" b="1" dirty="0"/>
              <a:t> </a:t>
            </a:r>
            <a:r>
              <a:rPr lang="en-US" altLang="ko-KR" b="1" dirty="0"/>
              <a:t>- </a:t>
            </a:r>
            <a:r>
              <a:rPr lang="ko-KR" altLang="en-US" b="1" dirty="0"/>
              <a:t>최고관리자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B5D497F-3FB4-0195-D86A-3CB1E284CD08}"/>
              </a:ext>
            </a:extLst>
          </p:cNvPr>
          <p:cNvSpPr/>
          <p:nvPr/>
        </p:nvSpPr>
        <p:spPr>
          <a:xfrm>
            <a:off x="1332139" y="2106386"/>
            <a:ext cx="878477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F1CCCB-441B-C95A-BFB9-1D16C0C540EA}"/>
              </a:ext>
            </a:extLst>
          </p:cNvPr>
          <p:cNvSpPr/>
          <p:nvPr/>
        </p:nvSpPr>
        <p:spPr>
          <a:xfrm>
            <a:off x="7315200" y="2177101"/>
            <a:ext cx="2545948" cy="13025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86E27C4-43FB-5596-BFEC-04FBF0213230}"/>
              </a:ext>
            </a:extLst>
          </p:cNvPr>
          <p:cNvSpPr/>
          <p:nvPr/>
        </p:nvSpPr>
        <p:spPr>
          <a:xfrm>
            <a:off x="7315200" y="4063096"/>
            <a:ext cx="2612879" cy="13025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A092C8-7F47-C692-0C98-A18F1909E6E0}"/>
              </a:ext>
            </a:extLst>
          </p:cNvPr>
          <p:cNvSpPr/>
          <p:nvPr/>
        </p:nvSpPr>
        <p:spPr>
          <a:xfrm>
            <a:off x="7772400" y="2243599"/>
            <a:ext cx="1890340" cy="250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관리 대상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60BD1EE-3667-4A3C-503F-90B524977E93}"/>
              </a:ext>
            </a:extLst>
          </p:cNvPr>
          <p:cNvSpPr/>
          <p:nvPr/>
        </p:nvSpPr>
        <p:spPr>
          <a:xfrm>
            <a:off x="7648574" y="4197292"/>
            <a:ext cx="2172931" cy="250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유저 관리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4A92381-536A-3084-4C8B-A929AEF2A57A}"/>
              </a:ext>
            </a:extLst>
          </p:cNvPr>
          <p:cNvSpPr/>
          <p:nvPr/>
        </p:nvSpPr>
        <p:spPr>
          <a:xfrm>
            <a:off x="1529751" y="2179778"/>
            <a:ext cx="2280250" cy="18522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28BEDE8-2C8F-0979-0B1D-46BD7FA9D264}"/>
              </a:ext>
            </a:extLst>
          </p:cNvPr>
          <p:cNvSpPr/>
          <p:nvPr/>
        </p:nvSpPr>
        <p:spPr>
          <a:xfrm>
            <a:off x="1728157" y="2324853"/>
            <a:ext cx="1891343" cy="3047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전체 스케쥴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DB2132E-80A7-E6DF-A056-85F18C4851E1}"/>
              </a:ext>
            </a:extLst>
          </p:cNvPr>
          <p:cNvSpPr/>
          <p:nvPr/>
        </p:nvSpPr>
        <p:spPr>
          <a:xfrm>
            <a:off x="9444307" y="4831819"/>
            <a:ext cx="37956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63A461D-8E8D-F146-D84E-90B58E50B3F6}"/>
              </a:ext>
            </a:extLst>
          </p:cNvPr>
          <p:cNvSpPr/>
          <p:nvPr/>
        </p:nvSpPr>
        <p:spPr>
          <a:xfrm>
            <a:off x="9207234" y="3105902"/>
            <a:ext cx="37956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42C6D16-1F4B-18E6-1CEE-198C501F93BF}"/>
              </a:ext>
            </a:extLst>
          </p:cNvPr>
          <p:cNvSpPr/>
          <p:nvPr/>
        </p:nvSpPr>
        <p:spPr>
          <a:xfrm>
            <a:off x="1529751" y="4156905"/>
            <a:ext cx="2280250" cy="13025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E98253D-1883-8C14-20B1-2D6D4C4841F2}"/>
              </a:ext>
            </a:extLst>
          </p:cNvPr>
          <p:cNvSpPr/>
          <p:nvPr/>
        </p:nvSpPr>
        <p:spPr>
          <a:xfrm>
            <a:off x="3218204" y="5004348"/>
            <a:ext cx="37956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ABDEAA8-483C-E2CC-B576-7456678577B9}"/>
              </a:ext>
            </a:extLst>
          </p:cNvPr>
          <p:cNvSpPr/>
          <p:nvPr/>
        </p:nvSpPr>
        <p:spPr>
          <a:xfrm>
            <a:off x="1630134" y="4234673"/>
            <a:ext cx="1989366" cy="250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우수팀</a:t>
            </a:r>
            <a:r>
              <a:rPr lang="ko-KR" altLang="en-US" dirty="0">
                <a:solidFill>
                  <a:schemeClr val="tx1"/>
                </a:solidFill>
              </a:rPr>
              <a:t> 점수 선정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B94F2FB-77AC-2C71-8E41-75314FFC4EB1}"/>
              </a:ext>
            </a:extLst>
          </p:cNvPr>
          <p:cNvSpPr/>
          <p:nvPr/>
        </p:nvSpPr>
        <p:spPr>
          <a:xfrm>
            <a:off x="3209488" y="3596627"/>
            <a:ext cx="37956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76BE78E-201A-5DCE-9BB3-BE0C7D1D0600}"/>
              </a:ext>
            </a:extLst>
          </p:cNvPr>
          <p:cNvSpPr/>
          <p:nvPr/>
        </p:nvSpPr>
        <p:spPr>
          <a:xfrm>
            <a:off x="4267200" y="2177101"/>
            <a:ext cx="2773647" cy="31885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29C05A6-2C27-9D39-349E-E0BE62BCA9CF}"/>
              </a:ext>
            </a:extLst>
          </p:cNvPr>
          <p:cNvSpPr/>
          <p:nvPr/>
        </p:nvSpPr>
        <p:spPr>
          <a:xfrm>
            <a:off x="4431846" y="2324853"/>
            <a:ext cx="2313215" cy="250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점검항목 관리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C0A9ABA-3E42-2B9C-3EB2-7CCBDABE6C50}"/>
              </a:ext>
            </a:extLst>
          </p:cNvPr>
          <p:cNvSpPr/>
          <p:nvPr/>
        </p:nvSpPr>
        <p:spPr>
          <a:xfrm>
            <a:off x="6394112" y="4957416"/>
            <a:ext cx="37956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9905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FCA56-746B-3C37-1C09-E4A064EB1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9EA4D37-4726-2648-EABA-0DB269F6AB37}"/>
              </a:ext>
            </a:extLst>
          </p:cNvPr>
          <p:cNvSpPr/>
          <p:nvPr/>
        </p:nvSpPr>
        <p:spPr>
          <a:xfrm>
            <a:off x="710293" y="1551214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1810DD-7B2A-29BF-23AB-20568144B1F0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점검항목 관리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- </a:t>
            </a:r>
            <a:r>
              <a:rPr lang="ko-KR" altLang="en-US" sz="2400" b="1" dirty="0"/>
              <a:t>최고관리자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DDE2F1F-EDE9-2B66-3D83-B4B56762F05E}"/>
              </a:ext>
            </a:extLst>
          </p:cNvPr>
          <p:cNvSpPr/>
          <p:nvPr/>
        </p:nvSpPr>
        <p:spPr>
          <a:xfrm>
            <a:off x="1305214" y="2595914"/>
            <a:ext cx="922424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DADBF9D-6972-0939-CDCF-B45D507C9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436052"/>
              </p:ext>
            </p:extLst>
          </p:nvPr>
        </p:nvGraphicFramePr>
        <p:xfrm>
          <a:off x="1413161" y="2856185"/>
          <a:ext cx="8807165" cy="26858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1433">
                  <a:extLst>
                    <a:ext uri="{9D8B030D-6E8A-4147-A177-3AD203B41FA5}">
                      <a16:colId xmlns:a16="http://schemas.microsoft.com/office/drawing/2014/main" val="2532657755"/>
                    </a:ext>
                  </a:extLst>
                </a:gridCol>
                <a:gridCol w="1761433">
                  <a:extLst>
                    <a:ext uri="{9D8B030D-6E8A-4147-A177-3AD203B41FA5}">
                      <a16:colId xmlns:a16="http://schemas.microsoft.com/office/drawing/2014/main" val="3738270506"/>
                    </a:ext>
                  </a:extLst>
                </a:gridCol>
                <a:gridCol w="1761433">
                  <a:extLst>
                    <a:ext uri="{9D8B030D-6E8A-4147-A177-3AD203B41FA5}">
                      <a16:colId xmlns:a16="http://schemas.microsoft.com/office/drawing/2014/main" val="2863376786"/>
                    </a:ext>
                  </a:extLst>
                </a:gridCol>
                <a:gridCol w="1761433">
                  <a:extLst>
                    <a:ext uri="{9D8B030D-6E8A-4147-A177-3AD203B41FA5}">
                      <a16:colId xmlns:a16="http://schemas.microsoft.com/office/drawing/2014/main" val="1343641"/>
                    </a:ext>
                  </a:extLst>
                </a:gridCol>
                <a:gridCol w="1761433">
                  <a:extLst>
                    <a:ext uri="{9D8B030D-6E8A-4147-A177-3AD203B41FA5}">
                      <a16:colId xmlns:a16="http://schemas.microsoft.com/office/drawing/2014/main" val="2699817663"/>
                    </a:ext>
                  </a:extLst>
                </a:gridCol>
              </a:tblGrid>
              <a:tr h="5030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세부점검항목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점검내용및</a:t>
                      </a:r>
                      <a:r>
                        <a:rPr lang="ko-KR" altLang="en-US" dirty="0"/>
                        <a:t> 기준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314328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어트랙션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레일형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083279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소방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수중형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425463"/>
                  </a:ext>
                </a:extLst>
              </a:tr>
              <a:tr h="53668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고정형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327768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시설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0434434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4EDF894-6755-7991-ED41-3CAA5CD21188}"/>
              </a:ext>
            </a:extLst>
          </p:cNvPr>
          <p:cNvSpPr/>
          <p:nvPr/>
        </p:nvSpPr>
        <p:spPr>
          <a:xfrm>
            <a:off x="8527405" y="3541476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수정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7D01837-8E8B-D24E-59FD-4D97B2AA42B7}"/>
              </a:ext>
            </a:extLst>
          </p:cNvPr>
          <p:cNvSpPr/>
          <p:nvPr/>
        </p:nvSpPr>
        <p:spPr>
          <a:xfrm>
            <a:off x="8502362" y="4095086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수정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5BADF62-8212-4D50-6F66-7BD3DE60C40F}"/>
              </a:ext>
            </a:extLst>
          </p:cNvPr>
          <p:cNvSpPr/>
          <p:nvPr/>
        </p:nvSpPr>
        <p:spPr>
          <a:xfrm>
            <a:off x="8956896" y="4553852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수정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5D02F82-90A2-BE97-B99C-ABF384BDD118}"/>
              </a:ext>
            </a:extLst>
          </p:cNvPr>
          <p:cNvSpPr/>
          <p:nvPr/>
        </p:nvSpPr>
        <p:spPr>
          <a:xfrm>
            <a:off x="8937846" y="5118058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수정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F84F91C-CA69-8C62-953B-300B7B47F296}"/>
              </a:ext>
            </a:extLst>
          </p:cNvPr>
          <p:cNvSpPr/>
          <p:nvPr/>
        </p:nvSpPr>
        <p:spPr>
          <a:xfrm>
            <a:off x="8260722" y="1955144"/>
            <a:ext cx="2213230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점검항목추가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DDDBA80-A248-B99F-C220-69B35C682132}"/>
              </a:ext>
            </a:extLst>
          </p:cNvPr>
          <p:cNvSpPr/>
          <p:nvPr/>
        </p:nvSpPr>
        <p:spPr>
          <a:xfrm>
            <a:off x="1548413" y="2176660"/>
            <a:ext cx="1507629" cy="2425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-</a:t>
            </a:r>
            <a:r>
              <a:rPr lang="ko-KR" altLang="en-US" sz="1600" dirty="0">
                <a:solidFill>
                  <a:schemeClr val="tx1"/>
                </a:solidFill>
              </a:rPr>
              <a:t> 종류 선택</a:t>
            </a:r>
            <a:r>
              <a:rPr lang="en-US" altLang="ko-KR" sz="1600" dirty="0">
                <a:solidFill>
                  <a:schemeClr val="tx1"/>
                </a:solidFill>
              </a:rPr>
              <a:t>-     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05F4E81D-A57F-1E8C-DE3A-18CE6A39CDE0}"/>
              </a:ext>
            </a:extLst>
          </p:cNvPr>
          <p:cNvSpPr/>
          <p:nvPr/>
        </p:nvSpPr>
        <p:spPr>
          <a:xfrm rot="10800000">
            <a:off x="2873706" y="2243050"/>
            <a:ext cx="182336" cy="14788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30B95C1-AD95-4A6A-FBD8-55A7C35DE9C5}"/>
              </a:ext>
            </a:extLst>
          </p:cNvPr>
          <p:cNvSpPr/>
          <p:nvPr/>
        </p:nvSpPr>
        <p:spPr>
          <a:xfrm>
            <a:off x="3262913" y="2204926"/>
            <a:ext cx="1507629" cy="2425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-</a:t>
            </a:r>
            <a:r>
              <a:rPr lang="ko-KR" altLang="en-US" sz="1600" dirty="0">
                <a:solidFill>
                  <a:schemeClr val="tx1"/>
                </a:solidFill>
              </a:rPr>
              <a:t> 분류 선택</a:t>
            </a:r>
            <a:r>
              <a:rPr lang="en-US" altLang="ko-KR" sz="1600" dirty="0">
                <a:solidFill>
                  <a:schemeClr val="tx1"/>
                </a:solidFill>
              </a:rPr>
              <a:t>-     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AC7B7248-ECE8-A1E1-5D49-79024EEB801B}"/>
              </a:ext>
            </a:extLst>
          </p:cNvPr>
          <p:cNvSpPr/>
          <p:nvPr/>
        </p:nvSpPr>
        <p:spPr>
          <a:xfrm rot="10800000">
            <a:off x="4588206" y="2271316"/>
            <a:ext cx="182336" cy="14788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D90A182-64C4-C5DD-24D8-171D99640A8B}"/>
              </a:ext>
            </a:extLst>
          </p:cNvPr>
          <p:cNvSpPr/>
          <p:nvPr/>
        </p:nvSpPr>
        <p:spPr>
          <a:xfrm>
            <a:off x="5788168" y="1987314"/>
            <a:ext cx="2213230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분류 추가</a:t>
            </a:r>
            <a:r>
              <a:rPr lang="en-US" altLang="ko-KR" b="1" dirty="0"/>
              <a:t>(</a:t>
            </a:r>
            <a:r>
              <a:rPr lang="ko-KR" altLang="en-US" b="1" dirty="0"/>
              <a:t>팝업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72CDFF3-E887-025A-9F9A-138A88BC9A64}"/>
              </a:ext>
            </a:extLst>
          </p:cNvPr>
          <p:cNvSpPr/>
          <p:nvPr/>
        </p:nvSpPr>
        <p:spPr>
          <a:xfrm>
            <a:off x="9515909" y="3515673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삭제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C3F7622-3657-9A9C-2412-26449DCA6135}"/>
              </a:ext>
            </a:extLst>
          </p:cNvPr>
          <p:cNvSpPr/>
          <p:nvPr/>
        </p:nvSpPr>
        <p:spPr>
          <a:xfrm>
            <a:off x="9598086" y="4125147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삭제</a:t>
            </a:r>
          </a:p>
        </p:txBody>
      </p:sp>
    </p:spTree>
    <p:extLst>
      <p:ext uri="{BB962C8B-B14F-4D97-AF65-F5344CB8AC3E}">
        <p14:creationId xmlns:p14="http://schemas.microsoft.com/office/powerpoint/2010/main" val="733510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5E54E-00FC-0B2B-C55C-214FB5C7A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6D31C04-58BF-F374-F910-B88929F141CD}"/>
              </a:ext>
            </a:extLst>
          </p:cNvPr>
          <p:cNvSpPr/>
          <p:nvPr/>
        </p:nvSpPr>
        <p:spPr>
          <a:xfrm>
            <a:off x="710293" y="1333847"/>
            <a:ext cx="10295164" cy="54679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D8B977C-5309-CB1F-E28B-D0DCDA000693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분류추가 팝업</a:t>
            </a:r>
            <a:r>
              <a:rPr lang="en-US" altLang="ko-KR" sz="2400" b="1" dirty="0"/>
              <a:t>– </a:t>
            </a:r>
            <a:r>
              <a:rPr lang="ko-KR" altLang="en-US" sz="2400" b="1" dirty="0"/>
              <a:t>최고관리자 전용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4C2D49D-A586-3D59-7376-FD24825E75A8}"/>
              </a:ext>
            </a:extLst>
          </p:cNvPr>
          <p:cNvSpPr/>
          <p:nvPr/>
        </p:nvSpPr>
        <p:spPr>
          <a:xfrm>
            <a:off x="1314450" y="1717965"/>
            <a:ext cx="8784771" cy="43965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7D49A4C-0D9A-D79B-6E86-7183FC842FC7}"/>
              </a:ext>
            </a:extLst>
          </p:cNvPr>
          <p:cNvSpPr/>
          <p:nvPr/>
        </p:nvSpPr>
        <p:spPr>
          <a:xfrm>
            <a:off x="3606769" y="5331344"/>
            <a:ext cx="858982" cy="3856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등록</a:t>
            </a:r>
            <a:endParaRPr lang="ko-KR" altLang="en-US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C7B7B9B-E606-1ADF-BEFE-30D92130AD5A}"/>
              </a:ext>
            </a:extLst>
          </p:cNvPr>
          <p:cNvSpPr/>
          <p:nvPr/>
        </p:nvSpPr>
        <p:spPr>
          <a:xfrm>
            <a:off x="6423504" y="533134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FFD93D2-10D6-1BF3-F1F2-58BB39558A67}"/>
              </a:ext>
            </a:extLst>
          </p:cNvPr>
          <p:cNvSpPr/>
          <p:nvPr/>
        </p:nvSpPr>
        <p:spPr>
          <a:xfrm>
            <a:off x="2092779" y="2952820"/>
            <a:ext cx="7767782" cy="6557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 분류 </a:t>
            </a:r>
            <a:r>
              <a:rPr lang="en-US" altLang="ko-KR" dirty="0"/>
              <a:t>(input)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2147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31BD0-2AC3-A7E4-9616-81C02748F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8DD66E2-504B-D730-8EF4-9BE8AE267CFE}"/>
              </a:ext>
            </a:extLst>
          </p:cNvPr>
          <p:cNvSpPr/>
          <p:nvPr/>
        </p:nvSpPr>
        <p:spPr>
          <a:xfrm>
            <a:off x="710293" y="1333847"/>
            <a:ext cx="10295164" cy="54679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DEFFE0-4BB5-4D9C-0069-BB872C5850E5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점검 항목 관리 </a:t>
            </a:r>
            <a:r>
              <a:rPr lang="en-US" altLang="ko-KR" sz="2400" b="1" dirty="0"/>
              <a:t>-&gt;</a:t>
            </a:r>
            <a:r>
              <a:rPr lang="ko-KR" altLang="en-US" sz="2400" b="1" dirty="0"/>
              <a:t>점검 대상 추가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– </a:t>
            </a:r>
            <a:r>
              <a:rPr lang="ko-KR" altLang="en-US" sz="2400" b="1" dirty="0"/>
              <a:t>최고관리자 전용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A1E05F3-9D5D-B892-18C7-D2203F07E5EC}"/>
              </a:ext>
            </a:extLst>
          </p:cNvPr>
          <p:cNvSpPr/>
          <p:nvPr/>
        </p:nvSpPr>
        <p:spPr>
          <a:xfrm>
            <a:off x="1314450" y="1717965"/>
            <a:ext cx="8784771" cy="43965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81BA45D-BDF8-07EA-28B0-E5924841A0E6}"/>
              </a:ext>
            </a:extLst>
          </p:cNvPr>
          <p:cNvSpPr/>
          <p:nvPr/>
        </p:nvSpPr>
        <p:spPr>
          <a:xfrm>
            <a:off x="2092779" y="3876309"/>
            <a:ext cx="7767780" cy="6557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세부점검항목</a:t>
            </a:r>
            <a:r>
              <a:rPr lang="en-US" altLang="ko-KR" dirty="0"/>
              <a:t>(input)</a:t>
            </a:r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0477318-B12B-B48F-FA7D-FBF159C0B2E8}"/>
              </a:ext>
            </a:extLst>
          </p:cNvPr>
          <p:cNvSpPr/>
          <p:nvPr/>
        </p:nvSpPr>
        <p:spPr>
          <a:xfrm>
            <a:off x="8416894" y="6249308"/>
            <a:ext cx="858982" cy="3856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등록</a:t>
            </a:r>
            <a:endParaRPr lang="ko-KR" altLang="en-US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DA90397-2F24-3125-3C95-367ACABA55FD}"/>
              </a:ext>
            </a:extLst>
          </p:cNvPr>
          <p:cNvSpPr/>
          <p:nvPr/>
        </p:nvSpPr>
        <p:spPr>
          <a:xfrm>
            <a:off x="9665470" y="6271986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3A82E38-7EFB-9961-BEF5-F7289E925D1D}"/>
              </a:ext>
            </a:extLst>
          </p:cNvPr>
          <p:cNvSpPr/>
          <p:nvPr/>
        </p:nvSpPr>
        <p:spPr>
          <a:xfrm>
            <a:off x="2012084" y="2041432"/>
            <a:ext cx="7767782" cy="6557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종류 </a:t>
            </a:r>
            <a:r>
              <a:rPr lang="en-US" altLang="ko-KR" dirty="0"/>
              <a:t>[</a:t>
            </a:r>
            <a:r>
              <a:rPr lang="ko-KR" altLang="en-US" dirty="0" err="1"/>
              <a:t>어트랙션</a:t>
            </a:r>
            <a:r>
              <a:rPr lang="en-US" altLang="ko-KR" dirty="0"/>
              <a:t>, </a:t>
            </a:r>
            <a:r>
              <a:rPr lang="ko-KR" altLang="en-US" dirty="0"/>
              <a:t>소방</a:t>
            </a:r>
            <a:r>
              <a:rPr lang="en-US" altLang="ko-KR" dirty="0"/>
              <a:t>…](</a:t>
            </a:r>
            <a:r>
              <a:rPr lang="ko-KR" altLang="en-US" dirty="0"/>
              <a:t>드롭다운 메뉴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ED7FEDFE-F38D-7366-D353-70DA2E6BD65F}"/>
              </a:ext>
            </a:extLst>
          </p:cNvPr>
          <p:cNvSpPr/>
          <p:nvPr/>
        </p:nvSpPr>
        <p:spPr>
          <a:xfrm rot="10800000">
            <a:off x="9037061" y="2182882"/>
            <a:ext cx="286327" cy="28560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34CD007-D348-9505-770A-90602E960C0B}"/>
              </a:ext>
            </a:extLst>
          </p:cNvPr>
          <p:cNvSpPr/>
          <p:nvPr/>
        </p:nvSpPr>
        <p:spPr>
          <a:xfrm>
            <a:off x="2092779" y="2952820"/>
            <a:ext cx="7767782" cy="6557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 분류 </a:t>
            </a:r>
            <a:r>
              <a:rPr lang="en-US" altLang="ko-KR" dirty="0"/>
              <a:t>[</a:t>
            </a:r>
            <a:r>
              <a:rPr lang="ko-KR" altLang="en-US" dirty="0"/>
              <a:t>레일형</a:t>
            </a:r>
            <a:r>
              <a:rPr lang="en-US" altLang="ko-KR" dirty="0"/>
              <a:t>, </a:t>
            </a:r>
            <a:r>
              <a:rPr lang="ko-KR" altLang="en-US" dirty="0"/>
              <a:t>회전형</a:t>
            </a:r>
            <a:r>
              <a:rPr lang="en-US" altLang="ko-KR" dirty="0"/>
              <a:t>…](</a:t>
            </a:r>
            <a:r>
              <a:rPr lang="ko-KR" altLang="en-US" dirty="0"/>
              <a:t>드롭다운 메뉴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이등변 삼각형 11">
            <a:extLst>
              <a:ext uri="{FF2B5EF4-FFF2-40B4-BE49-F238E27FC236}">
                <a16:creationId xmlns:a16="http://schemas.microsoft.com/office/drawing/2014/main" id="{FB3598A7-F3BB-7302-CCB0-822E038B270F}"/>
              </a:ext>
            </a:extLst>
          </p:cNvPr>
          <p:cNvSpPr/>
          <p:nvPr/>
        </p:nvSpPr>
        <p:spPr>
          <a:xfrm rot="10800000">
            <a:off x="9006899" y="3137909"/>
            <a:ext cx="286327" cy="28560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588A28A-66E4-59DB-21B1-BD827B13DC3F}"/>
              </a:ext>
            </a:extLst>
          </p:cNvPr>
          <p:cNvSpPr/>
          <p:nvPr/>
        </p:nvSpPr>
        <p:spPr>
          <a:xfrm>
            <a:off x="2012086" y="4799798"/>
            <a:ext cx="7767780" cy="6557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점검내용및기준</a:t>
            </a:r>
            <a:r>
              <a:rPr lang="en-US" altLang="ko-KR" dirty="0"/>
              <a:t>(input)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88212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24868-1087-4D38-597E-88DE57FB1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B7B7901-3AEC-BD13-ADF6-452D42D30A50}"/>
              </a:ext>
            </a:extLst>
          </p:cNvPr>
          <p:cNvSpPr/>
          <p:nvPr/>
        </p:nvSpPr>
        <p:spPr>
          <a:xfrm>
            <a:off x="710293" y="1551214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4D8142-1201-B4D3-FD26-93916773349F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이달의 </a:t>
            </a:r>
            <a:r>
              <a:rPr lang="ko-KR" altLang="en-US" sz="2400" b="1" dirty="0" err="1"/>
              <a:t>우수팀관리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- </a:t>
            </a:r>
            <a:r>
              <a:rPr lang="ko-KR" altLang="en-US" sz="2400" b="1" dirty="0"/>
              <a:t>최고관리자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DC6E218-06B4-405D-46ED-BD6C9902DEB6}"/>
              </a:ext>
            </a:extLst>
          </p:cNvPr>
          <p:cNvSpPr/>
          <p:nvPr/>
        </p:nvSpPr>
        <p:spPr>
          <a:xfrm>
            <a:off x="1305214" y="2595914"/>
            <a:ext cx="922424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DFFC40-DCC0-EE31-8ED1-4EA8E353E1BC}"/>
              </a:ext>
            </a:extLst>
          </p:cNvPr>
          <p:cNvSpPr txBox="1"/>
          <p:nvPr/>
        </p:nvSpPr>
        <p:spPr>
          <a:xfrm>
            <a:off x="7347601" y="1842732"/>
            <a:ext cx="1723549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시설관리과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74A0B91-0939-CFB1-EB6A-A1FB16D9DD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641284"/>
              </p:ext>
            </p:extLst>
          </p:nvPr>
        </p:nvGraphicFramePr>
        <p:xfrm>
          <a:off x="1413161" y="2856185"/>
          <a:ext cx="8871480" cy="2822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580">
                  <a:extLst>
                    <a:ext uri="{9D8B030D-6E8A-4147-A177-3AD203B41FA5}">
                      <a16:colId xmlns:a16="http://schemas.microsoft.com/office/drawing/2014/main" val="2532657755"/>
                    </a:ext>
                  </a:extLst>
                </a:gridCol>
                <a:gridCol w="1478580">
                  <a:extLst>
                    <a:ext uri="{9D8B030D-6E8A-4147-A177-3AD203B41FA5}">
                      <a16:colId xmlns:a16="http://schemas.microsoft.com/office/drawing/2014/main" val="3738270506"/>
                    </a:ext>
                  </a:extLst>
                </a:gridCol>
                <a:gridCol w="1478580">
                  <a:extLst>
                    <a:ext uri="{9D8B030D-6E8A-4147-A177-3AD203B41FA5}">
                      <a16:colId xmlns:a16="http://schemas.microsoft.com/office/drawing/2014/main" val="2863376786"/>
                    </a:ext>
                  </a:extLst>
                </a:gridCol>
                <a:gridCol w="1478580">
                  <a:extLst>
                    <a:ext uri="{9D8B030D-6E8A-4147-A177-3AD203B41FA5}">
                      <a16:colId xmlns:a16="http://schemas.microsoft.com/office/drawing/2014/main" val="1343641"/>
                    </a:ext>
                  </a:extLst>
                </a:gridCol>
                <a:gridCol w="1478580">
                  <a:extLst>
                    <a:ext uri="{9D8B030D-6E8A-4147-A177-3AD203B41FA5}">
                      <a16:colId xmlns:a16="http://schemas.microsoft.com/office/drawing/2014/main" val="3489416848"/>
                    </a:ext>
                  </a:extLst>
                </a:gridCol>
                <a:gridCol w="1478580">
                  <a:extLst>
                    <a:ext uri="{9D8B030D-6E8A-4147-A177-3AD203B41FA5}">
                      <a16:colId xmlns:a16="http://schemas.microsoft.com/office/drawing/2014/main" val="2699817663"/>
                    </a:ext>
                  </a:extLst>
                </a:gridCol>
              </a:tblGrid>
              <a:tr h="5030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미점검</a:t>
                      </a:r>
                      <a:r>
                        <a:rPr lang="ko-KR" altLang="en-US" dirty="0"/>
                        <a:t> 횟수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사고 횟수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사고 점수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사고 점수 총점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총점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314328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어트랙션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 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점수입력이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되면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총점이 가장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 err="1"/>
                        <a:t>낮은팀이</a:t>
                      </a:r>
                      <a:r>
                        <a:rPr lang="ko-KR" alt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083279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횟수 </a:t>
                      </a:r>
                      <a:r>
                        <a:rPr lang="en-US" altLang="ko-KR" dirty="0"/>
                        <a:t>+ 1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우수팀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425463"/>
                  </a:ext>
                </a:extLst>
              </a:tr>
              <a:tr h="53668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소방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점수 </a:t>
                      </a:r>
                      <a:r>
                        <a:rPr lang="en-US" altLang="ko-KR" dirty="0"/>
                        <a:t>1~10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327768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일반 시설물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043443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D302A88C-781B-418F-E77D-A68A8D2D350C}"/>
              </a:ext>
            </a:extLst>
          </p:cNvPr>
          <p:cNvSpPr txBox="1"/>
          <p:nvPr/>
        </p:nvSpPr>
        <p:spPr>
          <a:xfrm>
            <a:off x="1730797" y="1826239"/>
            <a:ext cx="2856872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</a:rPr>
              <a:t>[n]</a:t>
            </a:r>
            <a:r>
              <a:rPr lang="ko-KR" altLang="en-US" sz="2400" b="1" dirty="0">
                <a:solidFill>
                  <a:schemeClr val="bg1"/>
                </a:solidFill>
              </a:rPr>
              <a:t>분기 </a:t>
            </a:r>
            <a:r>
              <a:rPr lang="ko-KR" altLang="en-US" sz="2400" b="1" dirty="0" err="1">
                <a:solidFill>
                  <a:schemeClr val="bg1"/>
                </a:solidFill>
              </a:rPr>
              <a:t>우수팀선정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2ADBDA2-2A1B-5880-6634-4F70C898F5F8}"/>
              </a:ext>
            </a:extLst>
          </p:cNvPr>
          <p:cNvSpPr/>
          <p:nvPr/>
        </p:nvSpPr>
        <p:spPr>
          <a:xfrm>
            <a:off x="5917334" y="3576323"/>
            <a:ext cx="131975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점수 입력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851E97A-6992-8994-24C4-E6B485541BA2}"/>
              </a:ext>
            </a:extLst>
          </p:cNvPr>
          <p:cNvSpPr/>
          <p:nvPr/>
        </p:nvSpPr>
        <p:spPr>
          <a:xfrm>
            <a:off x="6027849" y="4115165"/>
            <a:ext cx="131975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팝업</a:t>
            </a:r>
            <a:endParaRPr lang="ko-KR" altLang="en-US" dirty="0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57A842B-91E2-6DCC-ECF6-763C8B01E6F4}"/>
              </a:ext>
            </a:extLst>
          </p:cNvPr>
          <p:cNvSpPr/>
          <p:nvPr/>
        </p:nvSpPr>
        <p:spPr>
          <a:xfrm>
            <a:off x="9525832" y="5839225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633938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437D1-2EB4-111F-20EA-512C2E6C9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B69F02B-07F3-BAF9-8925-5B9077440D8B}"/>
              </a:ext>
            </a:extLst>
          </p:cNvPr>
          <p:cNvSpPr/>
          <p:nvPr/>
        </p:nvSpPr>
        <p:spPr>
          <a:xfrm>
            <a:off x="710293" y="1551214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1C49EE-CB73-7410-061A-0ECF6C33B992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점검 대상 관리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- </a:t>
            </a:r>
            <a:r>
              <a:rPr lang="ko-KR" altLang="en-US" sz="2400" b="1" dirty="0"/>
              <a:t>최고관리자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5ED684-5237-6457-CF24-6BBB2C7CFB24}"/>
              </a:ext>
            </a:extLst>
          </p:cNvPr>
          <p:cNvSpPr/>
          <p:nvPr/>
        </p:nvSpPr>
        <p:spPr>
          <a:xfrm>
            <a:off x="1305214" y="2595914"/>
            <a:ext cx="922424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417EA1-05A7-C921-27BE-8E6CCF5CCFF2}"/>
              </a:ext>
            </a:extLst>
          </p:cNvPr>
          <p:cNvSpPr txBox="1"/>
          <p:nvPr/>
        </p:nvSpPr>
        <p:spPr>
          <a:xfrm>
            <a:off x="1305214" y="1972867"/>
            <a:ext cx="1524776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점검 대상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2F57C68-E557-2DA6-1685-F076596BA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013952"/>
              </p:ext>
            </p:extLst>
          </p:nvPr>
        </p:nvGraphicFramePr>
        <p:xfrm>
          <a:off x="1413162" y="2856185"/>
          <a:ext cx="7460425" cy="315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2085">
                  <a:extLst>
                    <a:ext uri="{9D8B030D-6E8A-4147-A177-3AD203B41FA5}">
                      <a16:colId xmlns:a16="http://schemas.microsoft.com/office/drawing/2014/main" val="2532657755"/>
                    </a:ext>
                  </a:extLst>
                </a:gridCol>
                <a:gridCol w="1492085">
                  <a:extLst>
                    <a:ext uri="{9D8B030D-6E8A-4147-A177-3AD203B41FA5}">
                      <a16:colId xmlns:a16="http://schemas.microsoft.com/office/drawing/2014/main" val="3738270506"/>
                    </a:ext>
                  </a:extLst>
                </a:gridCol>
                <a:gridCol w="1492085">
                  <a:extLst>
                    <a:ext uri="{9D8B030D-6E8A-4147-A177-3AD203B41FA5}">
                      <a16:colId xmlns:a16="http://schemas.microsoft.com/office/drawing/2014/main" val="3489416848"/>
                    </a:ext>
                  </a:extLst>
                </a:gridCol>
                <a:gridCol w="1492085">
                  <a:extLst>
                    <a:ext uri="{9D8B030D-6E8A-4147-A177-3AD203B41FA5}">
                      <a16:colId xmlns:a16="http://schemas.microsoft.com/office/drawing/2014/main" val="893121117"/>
                    </a:ext>
                  </a:extLst>
                </a:gridCol>
                <a:gridCol w="1492085">
                  <a:extLst>
                    <a:ext uri="{9D8B030D-6E8A-4147-A177-3AD203B41FA5}">
                      <a16:colId xmlns:a16="http://schemas.microsoft.com/office/drawing/2014/main" val="549997687"/>
                    </a:ext>
                  </a:extLst>
                </a:gridCol>
              </a:tblGrid>
              <a:tr h="5030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대상 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주기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수정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삭제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314328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어트랙션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083279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425463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소방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327768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일반 시설물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0434434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102873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5E7C50D-CBA8-148D-175E-959B085F2687}"/>
              </a:ext>
            </a:extLst>
          </p:cNvPr>
          <p:cNvSpPr/>
          <p:nvPr/>
        </p:nvSpPr>
        <p:spPr>
          <a:xfrm>
            <a:off x="8351563" y="3523888"/>
            <a:ext cx="689263" cy="394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CFB8AC5-CEE0-D7B1-AC8D-61B1806DED06}"/>
              </a:ext>
            </a:extLst>
          </p:cNvPr>
          <p:cNvSpPr/>
          <p:nvPr/>
        </p:nvSpPr>
        <p:spPr>
          <a:xfrm>
            <a:off x="8285017" y="1924451"/>
            <a:ext cx="1923637" cy="461665"/>
          </a:xfrm>
          <a:prstGeom prst="roundRect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점검 대상 추가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9ACE8B1-38EA-03FD-83C7-E99474954254}"/>
              </a:ext>
            </a:extLst>
          </p:cNvPr>
          <p:cNvSpPr/>
          <p:nvPr/>
        </p:nvSpPr>
        <p:spPr>
          <a:xfrm>
            <a:off x="4945706" y="2218857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점검 대상 이름 검색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4F48375-BECF-1C75-3D0C-BF37A8C7E7E9}"/>
              </a:ext>
            </a:extLst>
          </p:cNvPr>
          <p:cNvSpPr/>
          <p:nvPr/>
        </p:nvSpPr>
        <p:spPr>
          <a:xfrm>
            <a:off x="3100988" y="2231836"/>
            <a:ext cx="1507629" cy="2425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-</a:t>
            </a:r>
            <a:r>
              <a:rPr lang="ko-KR" altLang="en-US" sz="1600" dirty="0">
                <a:solidFill>
                  <a:schemeClr val="tx1"/>
                </a:solidFill>
              </a:rPr>
              <a:t> 점검 종류 선택 </a:t>
            </a:r>
            <a:r>
              <a:rPr lang="en-US" altLang="ko-KR" sz="1600" dirty="0">
                <a:solidFill>
                  <a:schemeClr val="tx1"/>
                </a:solidFill>
              </a:rPr>
              <a:t>-     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D9573FB4-F5D5-9966-FEB7-A30520F9BA49}"/>
              </a:ext>
            </a:extLst>
          </p:cNvPr>
          <p:cNvSpPr/>
          <p:nvPr/>
        </p:nvSpPr>
        <p:spPr>
          <a:xfrm rot="10800000">
            <a:off x="4291323" y="2300118"/>
            <a:ext cx="182336" cy="14788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hlinkClick r:id="rId2" action="ppaction://hlinksldjump"/>
            <a:extLst>
              <a:ext uri="{FF2B5EF4-FFF2-40B4-BE49-F238E27FC236}">
                <a16:creationId xmlns:a16="http://schemas.microsoft.com/office/drawing/2014/main" id="{57D36921-A1CB-5776-0B61-842723670C0F}"/>
              </a:ext>
            </a:extLst>
          </p:cNvPr>
          <p:cNvSpPr/>
          <p:nvPr/>
        </p:nvSpPr>
        <p:spPr>
          <a:xfrm>
            <a:off x="7523259" y="3532052"/>
            <a:ext cx="689263" cy="3948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70C0"/>
                </a:solidFill>
              </a:rPr>
              <a:t>수정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1C7B059-43E5-B443-9FFB-8BD4EA39A6DD}"/>
              </a:ext>
            </a:extLst>
          </p:cNvPr>
          <p:cNvSpPr/>
          <p:nvPr/>
        </p:nvSpPr>
        <p:spPr>
          <a:xfrm>
            <a:off x="8351563" y="4032322"/>
            <a:ext cx="689263" cy="394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31E4716-00F8-DE3A-DD25-AE801E5BC3C1}"/>
              </a:ext>
            </a:extLst>
          </p:cNvPr>
          <p:cNvSpPr/>
          <p:nvPr/>
        </p:nvSpPr>
        <p:spPr>
          <a:xfrm>
            <a:off x="7523259" y="4040452"/>
            <a:ext cx="689263" cy="3948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70C0"/>
                </a:solidFill>
              </a:rPr>
              <a:t>수정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116FE12-1E8A-1C29-7BC2-5917D0FEAC67}"/>
              </a:ext>
            </a:extLst>
          </p:cNvPr>
          <p:cNvSpPr/>
          <p:nvPr/>
        </p:nvSpPr>
        <p:spPr>
          <a:xfrm>
            <a:off x="8351563" y="4540756"/>
            <a:ext cx="689263" cy="394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D23EF37-8680-ADDE-770D-DB75D71FE11B}"/>
              </a:ext>
            </a:extLst>
          </p:cNvPr>
          <p:cNvSpPr/>
          <p:nvPr/>
        </p:nvSpPr>
        <p:spPr>
          <a:xfrm>
            <a:off x="7523259" y="4548852"/>
            <a:ext cx="689263" cy="3948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70C0"/>
                </a:solidFill>
              </a:rPr>
              <a:t>수정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078096D-69B4-684E-B484-0457F6B30364}"/>
              </a:ext>
            </a:extLst>
          </p:cNvPr>
          <p:cNvSpPr/>
          <p:nvPr/>
        </p:nvSpPr>
        <p:spPr>
          <a:xfrm>
            <a:off x="8351563" y="5049190"/>
            <a:ext cx="689263" cy="394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EB3588A-C808-5685-10D1-CB36C13200E1}"/>
              </a:ext>
            </a:extLst>
          </p:cNvPr>
          <p:cNvSpPr/>
          <p:nvPr/>
        </p:nvSpPr>
        <p:spPr>
          <a:xfrm>
            <a:off x="7523257" y="5057252"/>
            <a:ext cx="689263" cy="3948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70C0"/>
                </a:solidFill>
              </a:rPr>
              <a:t>수정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B817C43-0321-55B3-6CF3-908AD133B261}"/>
              </a:ext>
            </a:extLst>
          </p:cNvPr>
          <p:cNvSpPr/>
          <p:nvPr/>
        </p:nvSpPr>
        <p:spPr>
          <a:xfrm>
            <a:off x="8351563" y="5557623"/>
            <a:ext cx="689263" cy="394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AF659E2D-087C-43DF-E89D-9CB17EBD6741}"/>
              </a:ext>
            </a:extLst>
          </p:cNvPr>
          <p:cNvSpPr/>
          <p:nvPr/>
        </p:nvSpPr>
        <p:spPr>
          <a:xfrm>
            <a:off x="7523258" y="5565651"/>
            <a:ext cx="689263" cy="3948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70C0"/>
                </a:solidFill>
              </a:rPr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34018815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D07AB-FBC3-AC59-3846-A46AB98B1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8C2A374-FC4B-1C9D-F81E-81E61ED38DA9}"/>
              </a:ext>
            </a:extLst>
          </p:cNvPr>
          <p:cNvSpPr/>
          <p:nvPr/>
        </p:nvSpPr>
        <p:spPr>
          <a:xfrm>
            <a:off x="710293" y="1333847"/>
            <a:ext cx="10295164" cy="54679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41CCC3-FF29-BB0B-EE84-8CAD9F93726C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점검 관리 대상 </a:t>
            </a:r>
            <a:r>
              <a:rPr lang="en-US" altLang="ko-KR" sz="2400" b="1" dirty="0"/>
              <a:t>-&gt;</a:t>
            </a:r>
            <a:r>
              <a:rPr lang="ko-KR" altLang="en-US" sz="2400" b="1" dirty="0"/>
              <a:t>점검 대상 추가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– </a:t>
            </a:r>
            <a:r>
              <a:rPr lang="ko-KR" altLang="en-US" sz="2400" b="1" dirty="0"/>
              <a:t>최고관리자 전용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191DADC-B8FB-3537-889E-F99E99563963}"/>
              </a:ext>
            </a:extLst>
          </p:cNvPr>
          <p:cNvSpPr/>
          <p:nvPr/>
        </p:nvSpPr>
        <p:spPr>
          <a:xfrm>
            <a:off x="1314450" y="1717965"/>
            <a:ext cx="8784771" cy="43965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F59D419-24B4-74E0-A12C-9BCDFAE3581C}"/>
              </a:ext>
            </a:extLst>
          </p:cNvPr>
          <p:cNvSpPr/>
          <p:nvPr/>
        </p:nvSpPr>
        <p:spPr>
          <a:xfrm>
            <a:off x="1897689" y="1998939"/>
            <a:ext cx="7767781" cy="6557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점검 대상 이름</a:t>
            </a:r>
            <a:r>
              <a:rPr lang="en-US" altLang="ko-KR" dirty="0"/>
              <a:t>(INPUT)</a:t>
            </a:r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E0EDA1C-66F9-AD30-6171-AD905BC097FE}"/>
              </a:ext>
            </a:extLst>
          </p:cNvPr>
          <p:cNvSpPr/>
          <p:nvPr/>
        </p:nvSpPr>
        <p:spPr>
          <a:xfrm>
            <a:off x="1692316" y="4834652"/>
            <a:ext cx="7767780" cy="6557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점검 주기</a:t>
            </a:r>
            <a:r>
              <a:rPr lang="en-US" altLang="ko-KR" dirty="0"/>
              <a:t>(</a:t>
            </a:r>
            <a:r>
              <a:rPr lang="ko-KR" altLang="en-US" dirty="0"/>
              <a:t>드롭다운 메뉴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1" name="이등변 삼각형 10">
            <a:extLst>
              <a:ext uri="{FF2B5EF4-FFF2-40B4-BE49-F238E27FC236}">
                <a16:creationId xmlns:a16="http://schemas.microsoft.com/office/drawing/2014/main" id="{F0B28184-1258-2709-6154-786ABB7571E5}"/>
              </a:ext>
            </a:extLst>
          </p:cNvPr>
          <p:cNvSpPr/>
          <p:nvPr/>
        </p:nvSpPr>
        <p:spPr>
          <a:xfrm rot="10800000">
            <a:off x="8919076" y="5019741"/>
            <a:ext cx="286327" cy="28560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1C68848-FBEE-786F-3C49-60EB4CF718E4}"/>
              </a:ext>
            </a:extLst>
          </p:cNvPr>
          <p:cNvSpPr/>
          <p:nvPr/>
        </p:nvSpPr>
        <p:spPr>
          <a:xfrm>
            <a:off x="8416894" y="6249308"/>
            <a:ext cx="858982" cy="3856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등록</a:t>
            </a:r>
            <a:endParaRPr lang="ko-KR" altLang="en-US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525CA76-7A61-39E3-D4AC-297EECFC5E6F}"/>
              </a:ext>
            </a:extLst>
          </p:cNvPr>
          <p:cNvSpPr/>
          <p:nvPr/>
        </p:nvSpPr>
        <p:spPr>
          <a:xfrm>
            <a:off x="9665470" y="6271986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32B50D4-D384-CB67-4821-3D0ED9072261}"/>
              </a:ext>
            </a:extLst>
          </p:cNvPr>
          <p:cNvSpPr/>
          <p:nvPr/>
        </p:nvSpPr>
        <p:spPr>
          <a:xfrm>
            <a:off x="1973984" y="2899052"/>
            <a:ext cx="7767782" cy="6557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분류</a:t>
            </a:r>
            <a:r>
              <a:rPr lang="en-US" altLang="ko-KR" dirty="0"/>
              <a:t>[</a:t>
            </a:r>
            <a:r>
              <a:rPr lang="ko-KR" altLang="en-US" dirty="0" err="1"/>
              <a:t>어트랙션</a:t>
            </a:r>
            <a:r>
              <a:rPr lang="en-US" altLang="ko-KR" dirty="0"/>
              <a:t>, </a:t>
            </a:r>
            <a:r>
              <a:rPr lang="ko-KR" altLang="en-US" dirty="0"/>
              <a:t>소방</a:t>
            </a:r>
            <a:r>
              <a:rPr lang="en-US" altLang="ko-KR" dirty="0"/>
              <a:t>…](</a:t>
            </a:r>
            <a:r>
              <a:rPr lang="ko-KR" altLang="en-US" dirty="0"/>
              <a:t>드롭다운 메뉴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C7F568AD-38D8-98A2-232E-0032E7867722}"/>
              </a:ext>
            </a:extLst>
          </p:cNvPr>
          <p:cNvSpPr/>
          <p:nvPr/>
        </p:nvSpPr>
        <p:spPr>
          <a:xfrm rot="10800000">
            <a:off x="8998961" y="3040502"/>
            <a:ext cx="286327" cy="28560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FD9A69C-C3B7-9CDE-4DBB-1E02E03F7EDA}"/>
              </a:ext>
            </a:extLst>
          </p:cNvPr>
          <p:cNvSpPr/>
          <p:nvPr/>
        </p:nvSpPr>
        <p:spPr>
          <a:xfrm>
            <a:off x="1897688" y="3783562"/>
            <a:ext cx="7767782" cy="6557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종류</a:t>
            </a:r>
            <a:r>
              <a:rPr lang="en-US" altLang="ko-KR" dirty="0"/>
              <a:t>[</a:t>
            </a:r>
            <a:r>
              <a:rPr lang="ko-KR" altLang="en-US" dirty="0"/>
              <a:t>레일형</a:t>
            </a:r>
            <a:r>
              <a:rPr lang="en-US" altLang="ko-KR" dirty="0"/>
              <a:t>, </a:t>
            </a:r>
            <a:r>
              <a:rPr lang="ko-KR" altLang="en-US" dirty="0"/>
              <a:t>회전형</a:t>
            </a:r>
            <a:r>
              <a:rPr lang="en-US" altLang="ko-KR" dirty="0"/>
              <a:t>…](</a:t>
            </a:r>
            <a:r>
              <a:rPr lang="ko-KR" altLang="en-US" dirty="0"/>
              <a:t>드롭다운 메뉴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이등변 삼각형 11">
            <a:extLst>
              <a:ext uri="{FF2B5EF4-FFF2-40B4-BE49-F238E27FC236}">
                <a16:creationId xmlns:a16="http://schemas.microsoft.com/office/drawing/2014/main" id="{8A57ED10-B6E0-0751-E687-24E02F431E7E}"/>
              </a:ext>
            </a:extLst>
          </p:cNvPr>
          <p:cNvSpPr/>
          <p:nvPr/>
        </p:nvSpPr>
        <p:spPr>
          <a:xfrm rot="10800000">
            <a:off x="8998961" y="4020868"/>
            <a:ext cx="286327" cy="28560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114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1BDD6-CD00-C736-A093-F370A8728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0490E09-028F-5675-FE6D-9D82949A3311}"/>
              </a:ext>
            </a:extLst>
          </p:cNvPr>
          <p:cNvSpPr/>
          <p:nvPr/>
        </p:nvSpPr>
        <p:spPr>
          <a:xfrm>
            <a:off x="710293" y="1190996"/>
            <a:ext cx="10295164" cy="55607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82A565-3E6D-FFB3-88A4-4CAB73E02102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회원가입 유저 관리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- </a:t>
            </a:r>
            <a:r>
              <a:rPr lang="ko-KR" altLang="en-US" sz="2400" b="1" dirty="0"/>
              <a:t>최고관리자</a:t>
            </a:r>
            <a:r>
              <a:rPr lang="en-US" altLang="ko-KR" sz="2400" b="1" dirty="0"/>
              <a:t> </a:t>
            </a:r>
            <a:endParaRPr lang="ko-KR" altLang="en-US" sz="24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CA3D91-9F69-920C-FD98-2ED71A185EE0}"/>
              </a:ext>
            </a:extLst>
          </p:cNvPr>
          <p:cNvSpPr/>
          <p:nvPr/>
        </p:nvSpPr>
        <p:spPr>
          <a:xfrm>
            <a:off x="822385" y="1395186"/>
            <a:ext cx="9806132" cy="52124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723B7D1-4D3F-EDD6-F45B-E2116053F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384364"/>
              </p:ext>
            </p:extLst>
          </p:nvPr>
        </p:nvGraphicFramePr>
        <p:xfrm>
          <a:off x="1084899" y="2627433"/>
          <a:ext cx="928110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138">
                  <a:extLst>
                    <a:ext uri="{9D8B030D-6E8A-4147-A177-3AD203B41FA5}">
                      <a16:colId xmlns:a16="http://schemas.microsoft.com/office/drawing/2014/main" val="1597047524"/>
                    </a:ext>
                  </a:extLst>
                </a:gridCol>
                <a:gridCol w="1160138">
                  <a:extLst>
                    <a:ext uri="{9D8B030D-6E8A-4147-A177-3AD203B41FA5}">
                      <a16:colId xmlns:a16="http://schemas.microsoft.com/office/drawing/2014/main" val="527576211"/>
                    </a:ext>
                  </a:extLst>
                </a:gridCol>
                <a:gridCol w="1160138">
                  <a:extLst>
                    <a:ext uri="{9D8B030D-6E8A-4147-A177-3AD203B41FA5}">
                      <a16:colId xmlns:a16="http://schemas.microsoft.com/office/drawing/2014/main" val="3336117730"/>
                    </a:ext>
                  </a:extLst>
                </a:gridCol>
                <a:gridCol w="1160138">
                  <a:extLst>
                    <a:ext uri="{9D8B030D-6E8A-4147-A177-3AD203B41FA5}">
                      <a16:colId xmlns:a16="http://schemas.microsoft.com/office/drawing/2014/main" val="3563471225"/>
                    </a:ext>
                  </a:extLst>
                </a:gridCol>
                <a:gridCol w="1160138">
                  <a:extLst>
                    <a:ext uri="{9D8B030D-6E8A-4147-A177-3AD203B41FA5}">
                      <a16:colId xmlns:a16="http://schemas.microsoft.com/office/drawing/2014/main" val="1283780816"/>
                    </a:ext>
                  </a:extLst>
                </a:gridCol>
                <a:gridCol w="1160138">
                  <a:extLst>
                    <a:ext uri="{9D8B030D-6E8A-4147-A177-3AD203B41FA5}">
                      <a16:colId xmlns:a16="http://schemas.microsoft.com/office/drawing/2014/main" val="2378299231"/>
                    </a:ext>
                  </a:extLst>
                </a:gridCol>
                <a:gridCol w="1160138">
                  <a:extLst>
                    <a:ext uri="{9D8B030D-6E8A-4147-A177-3AD203B41FA5}">
                      <a16:colId xmlns:a16="http://schemas.microsoft.com/office/drawing/2014/main" val="981311803"/>
                    </a:ext>
                  </a:extLst>
                </a:gridCol>
                <a:gridCol w="1160138">
                  <a:extLst>
                    <a:ext uri="{9D8B030D-6E8A-4147-A177-3AD203B41FA5}">
                      <a16:colId xmlns:a16="http://schemas.microsoft.com/office/drawing/2014/main" val="37635561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부서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직책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전화번호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삭제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694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344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084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220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890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2666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47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7633836"/>
                  </a:ext>
                </a:extLst>
              </a:tr>
            </a:tbl>
          </a:graphicData>
        </a:graphic>
      </p:graphicFrame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9BEB000-4505-3C3E-E2F9-D2037ED3DD56}"/>
              </a:ext>
            </a:extLst>
          </p:cNvPr>
          <p:cNvSpPr/>
          <p:nvPr/>
        </p:nvSpPr>
        <p:spPr>
          <a:xfrm>
            <a:off x="9382679" y="3050717"/>
            <a:ext cx="781196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삭제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CC442F3-F759-17CD-EE90-EA7CF11DA63B}"/>
              </a:ext>
            </a:extLst>
          </p:cNvPr>
          <p:cNvSpPr/>
          <p:nvPr/>
        </p:nvSpPr>
        <p:spPr>
          <a:xfrm>
            <a:off x="9382679" y="3426826"/>
            <a:ext cx="781196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삭제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0129178-0D46-410A-0626-F90179C82B5B}"/>
              </a:ext>
            </a:extLst>
          </p:cNvPr>
          <p:cNvSpPr/>
          <p:nvPr/>
        </p:nvSpPr>
        <p:spPr>
          <a:xfrm>
            <a:off x="9382679" y="3802935"/>
            <a:ext cx="781196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삭제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F24C8D7-6C1F-C590-1987-76AB6F010EF9}"/>
              </a:ext>
            </a:extLst>
          </p:cNvPr>
          <p:cNvSpPr/>
          <p:nvPr/>
        </p:nvSpPr>
        <p:spPr>
          <a:xfrm>
            <a:off x="9382679" y="4179044"/>
            <a:ext cx="781196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삭제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C7A4B29-1136-5362-A875-5980A265B52F}"/>
              </a:ext>
            </a:extLst>
          </p:cNvPr>
          <p:cNvSpPr/>
          <p:nvPr/>
        </p:nvSpPr>
        <p:spPr>
          <a:xfrm>
            <a:off x="9382679" y="4555153"/>
            <a:ext cx="781196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삭제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372CE6D-9437-4E17-D54E-659D8FDFE037}"/>
              </a:ext>
            </a:extLst>
          </p:cNvPr>
          <p:cNvSpPr/>
          <p:nvPr/>
        </p:nvSpPr>
        <p:spPr>
          <a:xfrm>
            <a:off x="9382679" y="4931262"/>
            <a:ext cx="781196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삭제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7C42DAC-D7EC-4883-1C7A-3B9BA0B96F6E}"/>
              </a:ext>
            </a:extLst>
          </p:cNvPr>
          <p:cNvSpPr/>
          <p:nvPr/>
        </p:nvSpPr>
        <p:spPr>
          <a:xfrm>
            <a:off x="9382679" y="5307373"/>
            <a:ext cx="781196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삭제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085310D-B230-A6A4-5F58-D0A786F50623}"/>
              </a:ext>
            </a:extLst>
          </p:cNvPr>
          <p:cNvGrpSpPr/>
          <p:nvPr/>
        </p:nvGrpSpPr>
        <p:grpSpPr>
          <a:xfrm>
            <a:off x="1084899" y="2222885"/>
            <a:ext cx="2051955" cy="242539"/>
            <a:chOff x="1360715" y="2174313"/>
            <a:chExt cx="2051955" cy="242539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8F13EFEF-F0B2-9386-26FA-1C90A6257BCA}"/>
                </a:ext>
              </a:extLst>
            </p:cNvPr>
            <p:cNvSpPr/>
            <p:nvPr/>
          </p:nvSpPr>
          <p:spPr>
            <a:xfrm>
              <a:off x="1360715" y="2174313"/>
              <a:ext cx="2051955" cy="24253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- </a:t>
              </a:r>
              <a:r>
                <a:rPr lang="ko-KR" altLang="en-US" sz="1400" dirty="0"/>
                <a:t>부서 선택 </a:t>
              </a:r>
              <a:r>
                <a:rPr lang="en-US" altLang="ko-KR" sz="1400" dirty="0"/>
                <a:t>- </a:t>
              </a:r>
              <a:endParaRPr lang="ko-KR" altLang="en-US" sz="1400" dirty="0"/>
            </a:p>
          </p:txBody>
        </p:sp>
        <p:sp>
          <p:nvSpPr>
            <p:cNvPr id="30" name="이등변 삼각형 29">
              <a:extLst>
                <a:ext uri="{FF2B5EF4-FFF2-40B4-BE49-F238E27FC236}">
                  <a16:creationId xmlns:a16="http://schemas.microsoft.com/office/drawing/2014/main" id="{513622DA-C413-159A-665D-0ED5F99384E3}"/>
                </a:ext>
              </a:extLst>
            </p:cNvPr>
            <p:cNvSpPr/>
            <p:nvPr/>
          </p:nvSpPr>
          <p:spPr>
            <a:xfrm rot="10800000">
              <a:off x="3136446" y="2221639"/>
              <a:ext cx="182336" cy="147883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DA09F09A-3800-C96A-F079-9F08A7ED6044}"/>
              </a:ext>
            </a:extLst>
          </p:cNvPr>
          <p:cNvSpPr/>
          <p:nvPr/>
        </p:nvSpPr>
        <p:spPr>
          <a:xfrm>
            <a:off x="8214591" y="3056162"/>
            <a:ext cx="858982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정보 수정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E084BD2-64CA-0180-C83F-109FAF5A2805}"/>
              </a:ext>
            </a:extLst>
          </p:cNvPr>
          <p:cNvGrpSpPr/>
          <p:nvPr/>
        </p:nvGrpSpPr>
        <p:grpSpPr>
          <a:xfrm>
            <a:off x="3311980" y="2222885"/>
            <a:ext cx="2152304" cy="242539"/>
            <a:chOff x="3785509" y="2174312"/>
            <a:chExt cx="2152304" cy="24253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645996D1-81FA-AD7F-C6BE-5B5C13FF8F34}"/>
                </a:ext>
              </a:extLst>
            </p:cNvPr>
            <p:cNvSpPr/>
            <p:nvPr/>
          </p:nvSpPr>
          <p:spPr>
            <a:xfrm>
              <a:off x="3785509" y="2174312"/>
              <a:ext cx="2152304" cy="24253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- </a:t>
              </a:r>
              <a:r>
                <a:rPr lang="ko-KR" altLang="en-US" sz="1400" dirty="0"/>
                <a:t>직책 선택 </a:t>
              </a:r>
              <a:r>
                <a:rPr lang="en-US" altLang="ko-KR" sz="1400" dirty="0"/>
                <a:t>- </a:t>
              </a:r>
              <a:endParaRPr lang="ko-KR" altLang="en-US" sz="1400" dirty="0"/>
            </a:p>
          </p:txBody>
        </p:sp>
        <p:sp>
          <p:nvSpPr>
            <p:cNvPr id="14" name="이등변 삼각형 13">
              <a:extLst>
                <a:ext uri="{FF2B5EF4-FFF2-40B4-BE49-F238E27FC236}">
                  <a16:creationId xmlns:a16="http://schemas.microsoft.com/office/drawing/2014/main" id="{CBA3A05B-E931-2D3D-604A-3CB713A5F9EF}"/>
                </a:ext>
              </a:extLst>
            </p:cNvPr>
            <p:cNvSpPr/>
            <p:nvPr/>
          </p:nvSpPr>
          <p:spPr>
            <a:xfrm rot="10800000">
              <a:off x="5577540" y="2222885"/>
              <a:ext cx="182336" cy="147883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BE4DBF6-E20E-BE4E-8C6B-385B2368ECD9}"/>
              </a:ext>
            </a:extLst>
          </p:cNvPr>
          <p:cNvSpPr/>
          <p:nvPr/>
        </p:nvSpPr>
        <p:spPr>
          <a:xfrm>
            <a:off x="5621043" y="2222885"/>
            <a:ext cx="1616905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- </a:t>
            </a:r>
            <a:r>
              <a:rPr lang="ko-KR" altLang="en-US" sz="1400" dirty="0">
                <a:solidFill>
                  <a:schemeClr val="tx1"/>
                </a:solidFill>
              </a:rPr>
              <a:t>검색 </a:t>
            </a:r>
            <a:r>
              <a:rPr lang="en-US" altLang="ko-KR" sz="1400" dirty="0">
                <a:solidFill>
                  <a:schemeClr val="tx1"/>
                </a:solidFill>
              </a:rPr>
              <a:t>-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8C17EDC-8A5B-0EFB-EC63-B91ED585FB44}"/>
              </a:ext>
            </a:extLst>
          </p:cNvPr>
          <p:cNvSpPr/>
          <p:nvPr/>
        </p:nvSpPr>
        <p:spPr>
          <a:xfrm>
            <a:off x="8214591" y="3425054"/>
            <a:ext cx="858982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정보 수정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CFC8278-D784-FAA8-F965-486F22A26015}"/>
              </a:ext>
            </a:extLst>
          </p:cNvPr>
          <p:cNvSpPr/>
          <p:nvPr/>
        </p:nvSpPr>
        <p:spPr>
          <a:xfrm>
            <a:off x="8214591" y="3793946"/>
            <a:ext cx="858982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정보 수정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DD6A789-0C28-B67A-CBDA-1A947128B331}"/>
              </a:ext>
            </a:extLst>
          </p:cNvPr>
          <p:cNvSpPr/>
          <p:nvPr/>
        </p:nvSpPr>
        <p:spPr>
          <a:xfrm>
            <a:off x="8214591" y="4162838"/>
            <a:ext cx="858982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정보 수정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57409FE-86C1-E228-F17D-2888A128E8AA}"/>
              </a:ext>
            </a:extLst>
          </p:cNvPr>
          <p:cNvSpPr/>
          <p:nvPr/>
        </p:nvSpPr>
        <p:spPr>
          <a:xfrm>
            <a:off x="8214591" y="4531730"/>
            <a:ext cx="858982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정보 수정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C9BE786-BD14-7867-AD9F-05129839A05B}"/>
              </a:ext>
            </a:extLst>
          </p:cNvPr>
          <p:cNvSpPr/>
          <p:nvPr/>
        </p:nvSpPr>
        <p:spPr>
          <a:xfrm>
            <a:off x="8214591" y="4900622"/>
            <a:ext cx="858982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정보 수정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0A49119-C495-DCA7-7C7D-DAFD249BCCC1}"/>
              </a:ext>
            </a:extLst>
          </p:cNvPr>
          <p:cNvSpPr/>
          <p:nvPr/>
        </p:nvSpPr>
        <p:spPr>
          <a:xfrm>
            <a:off x="8214591" y="5269512"/>
            <a:ext cx="858982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정보 수정</a:t>
            </a:r>
          </a:p>
        </p:txBody>
      </p:sp>
    </p:spTree>
    <p:extLst>
      <p:ext uri="{BB962C8B-B14F-4D97-AF65-F5344CB8AC3E}">
        <p14:creationId xmlns:p14="http://schemas.microsoft.com/office/powerpoint/2010/main" val="8044857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02A20-F887-F398-3D66-AED67B92D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144049F-4FED-FA60-2BF5-9EDDA8AE88AE}"/>
              </a:ext>
            </a:extLst>
          </p:cNvPr>
          <p:cNvSpPr/>
          <p:nvPr/>
        </p:nvSpPr>
        <p:spPr>
          <a:xfrm>
            <a:off x="710293" y="1146099"/>
            <a:ext cx="10295164" cy="56019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21EFA04-C42F-D09C-EBF9-545DFC14BEB1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유저관리 </a:t>
            </a:r>
            <a:r>
              <a:rPr lang="en-US" altLang="ko-KR" sz="2400" b="1" dirty="0"/>
              <a:t>-&gt; </a:t>
            </a:r>
            <a:r>
              <a:rPr lang="ko-KR" altLang="en-US" sz="2400" b="1" dirty="0"/>
              <a:t>회원 정보 수정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 </a:t>
            </a:r>
            <a:r>
              <a:rPr lang="en-US" altLang="ko-KR" sz="2400" b="1" dirty="0">
                <a:solidFill>
                  <a:srgbClr val="FF0000"/>
                </a:solidFill>
              </a:rPr>
              <a:t>- </a:t>
            </a:r>
            <a:r>
              <a:rPr lang="ko-KR" altLang="en-US" sz="2400" b="1" dirty="0">
                <a:solidFill>
                  <a:srgbClr val="FF0000"/>
                </a:solidFill>
              </a:rPr>
              <a:t>최고관리자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5CF23DD-312B-F4D1-0F5F-CD9DF13BFDE6}"/>
              </a:ext>
            </a:extLst>
          </p:cNvPr>
          <p:cNvSpPr/>
          <p:nvPr/>
        </p:nvSpPr>
        <p:spPr>
          <a:xfrm>
            <a:off x="828314" y="1296157"/>
            <a:ext cx="10063463" cy="53114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B5FE6F9-7533-5368-2E0D-5AFC0CA04471}"/>
              </a:ext>
            </a:extLst>
          </p:cNvPr>
          <p:cNvSpPr/>
          <p:nvPr/>
        </p:nvSpPr>
        <p:spPr>
          <a:xfrm>
            <a:off x="6353584" y="3023306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5939FF7-8278-804F-34EA-A704EB7B3D04}"/>
              </a:ext>
            </a:extLst>
          </p:cNvPr>
          <p:cNvSpPr/>
          <p:nvPr/>
        </p:nvSpPr>
        <p:spPr>
          <a:xfrm>
            <a:off x="6354570" y="3549271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7BC7C2B-246D-9744-E3ED-FDDC8B247156}"/>
              </a:ext>
            </a:extLst>
          </p:cNvPr>
          <p:cNvSpPr/>
          <p:nvPr/>
        </p:nvSpPr>
        <p:spPr>
          <a:xfrm>
            <a:off x="6354569" y="3989838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5CC70C-31F7-08A7-1861-63703F8472A8}"/>
              </a:ext>
            </a:extLst>
          </p:cNvPr>
          <p:cNvSpPr txBox="1"/>
          <p:nvPr/>
        </p:nvSpPr>
        <p:spPr>
          <a:xfrm>
            <a:off x="5586698" y="2985502"/>
            <a:ext cx="542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ID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C68DB8-9639-7579-3A80-F79F37360027}"/>
              </a:ext>
            </a:extLst>
          </p:cNvPr>
          <p:cNvSpPr txBox="1"/>
          <p:nvPr/>
        </p:nvSpPr>
        <p:spPr>
          <a:xfrm>
            <a:off x="5605383" y="3477949"/>
            <a:ext cx="710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PW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5D8A74-1A35-27E9-52BC-BA13D78B2A00}"/>
              </a:ext>
            </a:extLst>
          </p:cNvPr>
          <p:cNvSpPr txBox="1"/>
          <p:nvPr/>
        </p:nvSpPr>
        <p:spPr>
          <a:xfrm>
            <a:off x="5585976" y="3962347"/>
            <a:ext cx="85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9D5322-842E-69FE-58FE-31CD205C0DC3}"/>
              </a:ext>
            </a:extLst>
          </p:cNvPr>
          <p:cNvSpPr txBox="1"/>
          <p:nvPr/>
        </p:nvSpPr>
        <p:spPr>
          <a:xfrm>
            <a:off x="5220278" y="5261451"/>
            <a:ext cx="1153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전화번호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E533C7-E643-D014-9947-E5F0C48536C2}"/>
              </a:ext>
            </a:extLst>
          </p:cNvPr>
          <p:cNvSpPr txBox="1"/>
          <p:nvPr/>
        </p:nvSpPr>
        <p:spPr>
          <a:xfrm>
            <a:off x="5489232" y="4860271"/>
            <a:ext cx="658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직책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607A09-8768-0D08-5671-1E7BF51C1ED0}"/>
              </a:ext>
            </a:extLst>
          </p:cNvPr>
          <p:cNvSpPr txBox="1"/>
          <p:nvPr/>
        </p:nvSpPr>
        <p:spPr>
          <a:xfrm>
            <a:off x="2483142" y="2706029"/>
            <a:ext cx="1415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회원 사진</a:t>
            </a:r>
          </a:p>
        </p:txBody>
      </p:sp>
      <p:pic>
        <p:nvPicPr>
          <p:cNvPr id="21" name="그래픽 20" descr="사용자 단색으로 채워진">
            <a:extLst>
              <a:ext uri="{FF2B5EF4-FFF2-40B4-BE49-F238E27FC236}">
                <a16:creationId xmlns:a16="http://schemas.microsoft.com/office/drawing/2014/main" id="{204892E5-8C97-6571-CEC3-A97BD72C0D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85587" y="3374249"/>
            <a:ext cx="1158180" cy="1158180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C1787705-4DC8-B835-7F7A-02A2D55D81E7}"/>
              </a:ext>
            </a:extLst>
          </p:cNvPr>
          <p:cNvSpPr/>
          <p:nvPr/>
        </p:nvSpPr>
        <p:spPr>
          <a:xfrm>
            <a:off x="2506376" y="3127674"/>
            <a:ext cx="1118960" cy="1439213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7D7422F-E189-860F-FA00-5BD169CB48A1}"/>
              </a:ext>
            </a:extLst>
          </p:cNvPr>
          <p:cNvSpPr/>
          <p:nvPr/>
        </p:nvSpPr>
        <p:spPr>
          <a:xfrm>
            <a:off x="2639565" y="4830784"/>
            <a:ext cx="868979" cy="4048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변경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1F87C2C-DF0C-0054-A9F0-66BE09CDBD5A}"/>
              </a:ext>
            </a:extLst>
          </p:cNvPr>
          <p:cNvSpPr/>
          <p:nvPr/>
        </p:nvSpPr>
        <p:spPr>
          <a:xfrm>
            <a:off x="6353585" y="5317523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E2FD21-3214-7F28-313B-340D8F8BC4B0}"/>
              </a:ext>
            </a:extLst>
          </p:cNvPr>
          <p:cNvSpPr txBox="1"/>
          <p:nvPr/>
        </p:nvSpPr>
        <p:spPr>
          <a:xfrm>
            <a:off x="5516299" y="4424076"/>
            <a:ext cx="658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부서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5822280-28A9-7604-3DF8-D0360D8E9144}"/>
              </a:ext>
            </a:extLst>
          </p:cNvPr>
          <p:cNvSpPr/>
          <p:nvPr/>
        </p:nvSpPr>
        <p:spPr>
          <a:xfrm>
            <a:off x="4347462" y="1535296"/>
            <a:ext cx="2337673" cy="690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[</a:t>
            </a:r>
            <a:r>
              <a:rPr lang="ko-KR" altLang="en-US" sz="2000" b="1" dirty="0" err="1"/>
              <a:t>회원명</a:t>
            </a:r>
            <a:r>
              <a:rPr lang="en-US" altLang="ko-KR" sz="2000" b="1" dirty="0"/>
              <a:t>]</a:t>
            </a:r>
            <a:r>
              <a:rPr lang="ko-KR" altLang="en-US" sz="2000" b="1" dirty="0"/>
              <a:t> 정보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69A97F5-C275-E189-33B9-9D64299971C0}"/>
              </a:ext>
            </a:extLst>
          </p:cNvPr>
          <p:cNvGrpSpPr/>
          <p:nvPr/>
        </p:nvGrpSpPr>
        <p:grpSpPr>
          <a:xfrm>
            <a:off x="7017950" y="4911947"/>
            <a:ext cx="1110342" cy="242539"/>
            <a:chOff x="2719647" y="2551265"/>
            <a:chExt cx="1110342" cy="242539"/>
          </a:xfrm>
        </p:grpSpPr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606F214C-0034-6EA7-7499-EF96EF793DBD}"/>
                </a:ext>
              </a:extLst>
            </p:cNvPr>
            <p:cNvSpPr/>
            <p:nvPr/>
          </p:nvSpPr>
          <p:spPr>
            <a:xfrm>
              <a:off x="2719647" y="2551265"/>
              <a:ext cx="1110342" cy="24253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dirty="0"/>
                <a:t>-</a:t>
              </a:r>
              <a:r>
                <a:rPr lang="ko-KR" altLang="en-US" dirty="0"/>
                <a:t>선택</a:t>
              </a:r>
              <a:r>
                <a:rPr lang="en-US" altLang="ko-KR" dirty="0"/>
                <a:t>- </a:t>
              </a:r>
              <a:endParaRPr lang="ko-KR" altLang="en-US" dirty="0"/>
            </a:p>
          </p:txBody>
        </p:sp>
        <p:sp>
          <p:nvSpPr>
            <p:cNvPr id="36" name="이등변 삼각형 35">
              <a:extLst>
                <a:ext uri="{FF2B5EF4-FFF2-40B4-BE49-F238E27FC236}">
                  <a16:creationId xmlns:a16="http://schemas.microsoft.com/office/drawing/2014/main" id="{CCA80F19-F69E-AFD3-DD26-E6A85BDC2312}"/>
                </a:ext>
              </a:extLst>
            </p:cNvPr>
            <p:cNvSpPr/>
            <p:nvPr/>
          </p:nvSpPr>
          <p:spPr>
            <a:xfrm rot="10800000">
              <a:off x="3556485" y="2598592"/>
              <a:ext cx="182336" cy="147883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69A97F5-C275-E189-33B9-9D64299971C0}"/>
              </a:ext>
            </a:extLst>
          </p:cNvPr>
          <p:cNvGrpSpPr/>
          <p:nvPr/>
        </p:nvGrpSpPr>
        <p:grpSpPr>
          <a:xfrm>
            <a:off x="7017950" y="4439853"/>
            <a:ext cx="1110342" cy="242539"/>
            <a:chOff x="2719647" y="2551265"/>
            <a:chExt cx="1110342" cy="242539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606F214C-0034-6EA7-7499-EF96EF793DBD}"/>
                </a:ext>
              </a:extLst>
            </p:cNvPr>
            <p:cNvSpPr/>
            <p:nvPr/>
          </p:nvSpPr>
          <p:spPr>
            <a:xfrm>
              <a:off x="2719647" y="2551265"/>
              <a:ext cx="1110342" cy="24253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dirty="0"/>
                <a:t>-</a:t>
              </a:r>
              <a:r>
                <a:rPr lang="ko-KR" altLang="en-US" dirty="0"/>
                <a:t>선택</a:t>
              </a:r>
              <a:r>
                <a:rPr lang="en-US" altLang="ko-KR" dirty="0"/>
                <a:t>- </a:t>
              </a:r>
              <a:endParaRPr lang="ko-KR" altLang="en-US" dirty="0"/>
            </a:p>
          </p:txBody>
        </p:sp>
        <p:sp>
          <p:nvSpPr>
            <p:cNvPr id="20" name="이등변 삼각형 19">
              <a:extLst>
                <a:ext uri="{FF2B5EF4-FFF2-40B4-BE49-F238E27FC236}">
                  <a16:creationId xmlns:a16="http://schemas.microsoft.com/office/drawing/2014/main" id="{CCA80F19-F69E-AFD3-DD26-E6A85BDC2312}"/>
                </a:ext>
              </a:extLst>
            </p:cNvPr>
            <p:cNvSpPr/>
            <p:nvPr/>
          </p:nvSpPr>
          <p:spPr>
            <a:xfrm rot="10800000">
              <a:off x="3556485" y="2598592"/>
              <a:ext cx="182336" cy="147883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891C8C7-9BE4-93FE-DF24-EB4E142F8DC1}"/>
              </a:ext>
            </a:extLst>
          </p:cNvPr>
          <p:cNvSpPr/>
          <p:nvPr/>
        </p:nvSpPr>
        <p:spPr>
          <a:xfrm>
            <a:off x="9552715" y="5935109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C5CFAB-AFB1-0F3E-E4CF-D5B8205379BE}"/>
              </a:ext>
            </a:extLst>
          </p:cNvPr>
          <p:cNvSpPr txBox="1"/>
          <p:nvPr/>
        </p:nvSpPr>
        <p:spPr>
          <a:xfrm>
            <a:off x="8531027" y="5852135"/>
            <a:ext cx="800219" cy="461665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저장</a:t>
            </a:r>
          </a:p>
        </p:txBody>
      </p:sp>
    </p:spTree>
    <p:extLst>
      <p:ext uri="{BB962C8B-B14F-4D97-AF65-F5344CB8AC3E}">
        <p14:creationId xmlns:p14="http://schemas.microsoft.com/office/powerpoint/2010/main" val="2842490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AA2E3E-776C-16D0-03DA-673C79A35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마이페이지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4DEEB0-F18C-C448-8FB0-4D42B7E4A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각 </a:t>
            </a:r>
            <a:r>
              <a:rPr lang="ko-KR" altLang="en-US" dirty="0" err="1"/>
              <a:t>점검팀</a:t>
            </a:r>
            <a:r>
              <a:rPr lang="ko-KR" altLang="en-US" dirty="0"/>
              <a:t> 팀장</a:t>
            </a:r>
          </a:p>
        </p:txBody>
      </p:sp>
    </p:spTree>
    <p:extLst>
      <p:ext uri="{BB962C8B-B14F-4D97-AF65-F5344CB8AC3E}">
        <p14:creationId xmlns:p14="http://schemas.microsoft.com/office/powerpoint/2010/main" val="14412902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1CF28-D8AF-CA99-FF5E-F030FC99D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DAED5DA-E04E-1AF5-E26C-9884891A94D9}"/>
              </a:ext>
            </a:extLst>
          </p:cNvPr>
          <p:cNvSpPr/>
          <p:nvPr/>
        </p:nvSpPr>
        <p:spPr>
          <a:xfrm>
            <a:off x="710293" y="1555527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8C9289-D332-2DFB-4C72-1E46265CD686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마이페이지</a:t>
            </a:r>
            <a:r>
              <a:rPr lang="en-US" altLang="ko-KR" b="1" dirty="0"/>
              <a:t>(</a:t>
            </a:r>
            <a:r>
              <a:rPr lang="ko-KR" altLang="en-US" b="1" dirty="0" err="1"/>
              <a:t>메인화면</a:t>
            </a:r>
            <a:r>
              <a:rPr lang="en-US" altLang="ko-KR" b="1" dirty="0"/>
              <a:t>)</a:t>
            </a:r>
            <a:r>
              <a:rPr lang="ko-KR" altLang="en-US" b="1" dirty="0"/>
              <a:t> </a:t>
            </a:r>
            <a:r>
              <a:rPr lang="en-US" altLang="ko-KR" b="1" dirty="0"/>
              <a:t>- </a:t>
            </a:r>
            <a:r>
              <a:rPr lang="ko-KR" altLang="en-US" b="1" dirty="0"/>
              <a:t>점검팀장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5A1C512-D9CA-3D01-BA75-03D91C66E3A9}"/>
              </a:ext>
            </a:extLst>
          </p:cNvPr>
          <p:cNvSpPr/>
          <p:nvPr/>
        </p:nvSpPr>
        <p:spPr>
          <a:xfrm>
            <a:off x="1314450" y="2106386"/>
            <a:ext cx="878477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7880727-609A-AFB0-A86B-9C71A6A2FF31}"/>
              </a:ext>
            </a:extLst>
          </p:cNvPr>
          <p:cNvSpPr/>
          <p:nvPr/>
        </p:nvSpPr>
        <p:spPr>
          <a:xfrm>
            <a:off x="6127451" y="2361532"/>
            <a:ext cx="3554083" cy="1590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3112B7E-C600-47F6-7A49-B69A57E41158}"/>
              </a:ext>
            </a:extLst>
          </p:cNvPr>
          <p:cNvSpPr/>
          <p:nvPr/>
        </p:nvSpPr>
        <p:spPr>
          <a:xfrm>
            <a:off x="6325858" y="2501660"/>
            <a:ext cx="3157268" cy="250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팀원 점검확인결과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092E174-2D43-4054-5324-8E6C71DC7C2C}"/>
              </a:ext>
            </a:extLst>
          </p:cNvPr>
          <p:cNvSpPr/>
          <p:nvPr/>
        </p:nvSpPr>
        <p:spPr>
          <a:xfrm>
            <a:off x="1759609" y="2361532"/>
            <a:ext cx="3554083" cy="28660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7701516-45ED-CA1C-E961-5A9644E13B0A}"/>
              </a:ext>
            </a:extLst>
          </p:cNvPr>
          <p:cNvSpPr/>
          <p:nvPr/>
        </p:nvSpPr>
        <p:spPr>
          <a:xfrm>
            <a:off x="1926565" y="2447027"/>
            <a:ext cx="3157268" cy="3047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팀원 전체 스케쥴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85D52A-8D74-81FF-1538-56945FA2377A}"/>
              </a:ext>
            </a:extLst>
          </p:cNvPr>
          <p:cNvSpPr/>
          <p:nvPr/>
        </p:nvSpPr>
        <p:spPr>
          <a:xfrm>
            <a:off x="4708661" y="4768097"/>
            <a:ext cx="37956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404A65-9A61-D3D6-6BBB-E67FD75A1513}"/>
              </a:ext>
            </a:extLst>
          </p:cNvPr>
          <p:cNvSpPr/>
          <p:nvPr/>
        </p:nvSpPr>
        <p:spPr>
          <a:xfrm>
            <a:off x="8894014" y="3365381"/>
            <a:ext cx="37956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0D1FD0-4BF6-63CF-F2E6-0BA5CEACB1FF}"/>
              </a:ext>
            </a:extLst>
          </p:cNvPr>
          <p:cNvSpPr/>
          <p:nvPr/>
        </p:nvSpPr>
        <p:spPr>
          <a:xfrm>
            <a:off x="6127451" y="3866482"/>
            <a:ext cx="3554083" cy="1590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0B68DE-80D5-F9F8-B0AF-46AC85B5D840}"/>
              </a:ext>
            </a:extLst>
          </p:cNvPr>
          <p:cNvSpPr/>
          <p:nvPr/>
        </p:nvSpPr>
        <p:spPr>
          <a:xfrm>
            <a:off x="6325858" y="4006610"/>
            <a:ext cx="3157268" cy="250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점검자</a:t>
            </a:r>
            <a:r>
              <a:rPr lang="ko-KR" altLang="en-US" dirty="0">
                <a:solidFill>
                  <a:schemeClr val="tx1"/>
                </a:solidFill>
              </a:rPr>
              <a:t> 업무 부여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A29DD8D-FA4C-4A6E-16EB-539EDD7B4532}"/>
              </a:ext>
            </a:extLst>
          </p:cNvPr>
          <p:cNvSpPr/>
          <p:nvPr/>
        </p:nvSpPr>
        <p:spPr>
          <a:xfrm>
            <a:off x="8894014" y="4870331"/>
            <a:ext cx="37956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53597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566BF-3DE8-465B-D85D-3433C326A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4E9DE76-FA85-217F-9DF2-C8D1FEE6C466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CBA792-662C-5EB2-27B4-289361F57519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 err="1"/>
              <a:t>점검자</a:t>
            </a:r>
            <a:r>
              <a:rPr lang="ko-KR" altLang="en-US" sz="2400" b="1" dirty="0"/>
              <a:t> 업무 부여</a:t>
            </a:r>
            <a:r>
              <a:rPr lang="en-US" altLang="ko-KR" sz="2400" b="1" dirty="0"/>
              <a:t>)- </a:t>
            </a:r>
            <a:r>
              <a:rPr lang="ko-KR" altLang="en-US" sz="2400" b="1" dirty="0"/>
              <a:t>점검팀장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2E84841-9598-6FF2-9CB5-E67927EF0111}"/>
              </a:ext>
            </a:extLst>
          </p:cNvPr>
          <p:cNvSpPr/>
          <p:nvPr/>
        </p:nvSpPr>
        <p:spPr>
          <a:xfrm>
            <a:off x="941890" y="1446835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1AD32DA-B3B9-5A28-0474-9339211BF7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19790"/>
              </p:ext>
            </p:extLst>
          </p:nvPr>
        </p:nvGraphicFramePr>
        <p:xfrm>
          <a:off x="1541965" y="2633239"/>
          <a:ext cx="8506912" cy="3298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6728">
                  <a:extLst>
                    <a:ext uri="{9D8B030D-6E8A-4147-A177-3AD203B41FA5}">
                      <a16:colId xmlns:a16="http://schemas.microsoft.com/office/drawing/2014/main" val="4219628220"/>
                    </a:ext>
                  </a:extLst>
                </a:gridCol>
                <a:gridCol w="2126728">
                  <a:extLst>
                    <a:ext uri="{9D8B030D-6E8A-4147-A177-3AD203B41FA5}">
                      <a16:colId xmlns:a16="http://schemas.microsoft.com/office/drawing/2014/main" val="2247784535"/>
                    </a:ext>
                  </a:extLst>
                </a:gridCol>
                <a:gridCol w="2126728">
                  <a:extLst>
                    <a:ext uri="{9D8B030D-6E8A-4147-A177-3AD203B41FA5}">
                      <a16:colId xmlns:a16="http://schemas.microsoft.com/office/drawing/2014/main" val="54564901"/>
                    </a:ext>
                  </a:extLst>
                </a:gridCol>
                <a:gridCol w="2126728">
                  <a:extLst>
                    <a:ext uri="{9D8B030D-6E8A-4147-A177-3AD203B41FA5}">
                      <a16:colId xmlns:a16="http://schemas.microsoft.com/office/drawing/2014/main" val="3626162120"/>
                    </a:ext>
                  </a:extLst>
                </a:gridCol>
              </a:tblGrid>
              <a:tr h="5497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팀원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점거대상이름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담당종류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배정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330147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팀원</a:t>
                      </a: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혜성특급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레일형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3461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팀원</a:t>
                      </a:r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회전형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5650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수중형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305794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374485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고정형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35044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7667544E-C57D-0CAC-F1CE-1F9FE3EB660C}"/>
              </a:ext>
            </a:extLst>
          </p:cNvPr>
          <p:cNvSpPr/>
          <p:nvPr/>
        </p:nvSpPr>
        <p:spPr>
          <a:xfrm>
            <a:off x="4118769" y="1579943"/>
            <a:ext cx="3183038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[</a:t>
            </a:r>
            <a:r>
              <a:rPr lang="ko-KR" altLang="en-US" sz="2000" b="1" dirty="0"/>
              <a:t>담당 팀</a:t>
            </a:r>
            <a:r>
              <a:rPr lang="en-US" altLang="ko-KR" sz="2000" b="1" dirty="0"/>
              <a:t>]</a:t>
            </a:r>
            <a:r>
              <a:rPr lang="ko-KR" altLang="en-US" sz="2000" b="1" dirty="0"/>
              <a:t>담당자 리스트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6698B1C-F943-9063-C9E9-772FD6BD2863}"/>
              </a:ext>
            </a:extLst>
          </p:cNvPr>
          <p:cNvSpPr/>
          <p:nvPr/>
        </p:nvSpPr>
        <p:spPr>
          <a:xfrm>
            <a:off x="7930440" y="3256471"/>
            <a:ext cx="1607210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담당자 배정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3B0AA0F-132C-9E8A-6781-EB2E7DA70805}"/>
              </a:ext>
            </a:extLst>
          </p:cNvPr>
          <p:cNvSpPr/>
          <p:nvPr/>
        </p:nvSpPr>
        <p:spPr>
          <a:xfrm>
            <a:off x="8000554" y="3877994"/>
            <a:ext cx="1607210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담당자 배정</a:t>
            </a:r>
          </a:p>
        </p:txBody>
      </p:sp>
    </p:spTree>
    <p:extLst>
      <p:ext uri="{BB962C8B-B14F-4D97-AF65-F5344CB8AC3E}">
        <p14:creationId xmlns:p14="http://schemas.microsoft.com/office/powerpoint/2010/main" val="9762486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A4134-4815-887D-8468-E8C83353E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03CDBDC-2995-49A1-BF20-BEE41DA87B49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1E242D-E58D-19BE-BBE5-8C4E2A145D14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점검확인결과</a:t>
            </a:r>
            <a:r>
              <a:rPr lang="en-US" altLang="ko-KR" sz="2400" b="1" dirty="0"/>
              <a:t>)- </a:t>
            </a:r>
            <a:r>
              <a:rPr lang="ko-KR" altLang="en-US" sz="2400" b="1" dirty="0"/>
              <a:t>점검팀장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660F360-1573-375A-277D-51D7D9EAE277}"/>
              </a:ext>
            </a:extLst>
          </p:cNvPr>
          <p:cNvSpPr/>
          <p:nvPr/>
        </p:nvSpPr>
        <p:spPr>
          <a:xfrm>
            <a:off x="941890" y="1446835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2A6B26E-ADC3-75A7-EC97-9B472D3979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910988"/>
              </p:ext>
            </p:extLst>
          </p:nvPr>
        </p:nvGraphicFramePr>
        <p:xfrm>
          <a:off x="1418140" y="2835796"/>
          <a:ext cx="8906480" cy="3298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1296">
                  <a:extLst>
                    <a:ext uri="{9D8B030D-6E8A-4147-A177-3AD203B41FA5}">
                      <a16:colId xmlns:a16="http://schemas.microsoft.com/office/drawing/2014/main" val="4219628220"/>
                    </a:ext>
                  </a:extLst>
                </a:gridCol>
                <a:gridCol w="1781296">
                  <a:extLst>
                    <a:ext uri="{9D8B030D-6E8A-4147-A177-3AD203B41FA5}">
                      <a16:colId xmlns:a16="http://schemas.microsoft.com/office/drawing/2014/main" val="54564901"/>
                    </a:ext>
                  </a:extLst>
                </a:gridCol>
                <a:gridCol w="1781296">
                  <a:extLst>
                    <a:ext uri="{9D8B030D-6E8A-4147-A177-3AD203B41FA5}">
                      <a16:colId xmlns:a16="http://schemas.microsoft.com/office/drawing/2014/main" val="3626162120"/>
                    </a:ext>
                  </a:extLst>
                </a:gridCol>
                <a:gridCol w="1781296">
                  <a:extLst>
                    <a:ext uri="{9D8B030D-6E8A-4147-A177-3AD203B41FA5}">
                      <a16:colId xmlns:a16="http://schemas.microsoft.com/office/drawing/2014/main" val="843265500"/>
                    </a:ext>
                  </a:extLst>
                </a:gridCol>
                <a:gridCol w="1781296">
                  <a:extLst>
                    <a:ext uri="{9D8B030D-6E8A-4147-A177-3AD203B41FA5}">
                      <a16:colId xmlns:a16="http://schemas.microsoft.com/office/drawing/2014/main" val="191109877"/>
                    </a:ext>
                  </a:extLst>
                </a:gridCol>
              </a:tblGrid>
              <a:tr h="5497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팀원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대상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완료일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코멘트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330147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최신순 정렬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점검전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3461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점검후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5650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305794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374485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35044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A12C520B-569D-B89D-F6FA-CDCCE9A40E2B}"/>
              </a:ext>
            </a:extLst>
          </p:cNvPr>
          <p:cNvSpPr/>
          <p:nvPr/>
        </p:nvSpPr>
        <p:spPr>
          <a:xfrm>
            <a:off x="4052094" y="1446835"/>
            <a:ext cx="3183038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점검확인결과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EBC1391-1204-A8A1-1685-0BC0A0FA584C}"/>
              </a:ext>
            </a:extLst>
          </p:cNvPr>
          <p:cNvSpPr/>
          <p:nvPr/>
        </p:nvSpPr>
        <p:spPr>
          <a:xfrm>
            <a:off x="1483745" y="2431211"/>
            <a:ext cx="2318716" cy="2425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팀원 이름 선택</a:t>
            </a:r>
            <a:r>
              <a:rPr lang="en-US" altLang="ko-KR" dirty="0">
                <a:solidFill>
                  <a:schemeClr val="tx1"/>
                </a:solidFill>
              </a:rPr>
              <a:t>-    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7B250EC5-A01F-F7E0-9E6D-9C7E01093F6E}"/>
              </a:ext>
            </a:extLst>
          </p:cNvPr>
          <p:cNvSpPr/>
          <p:nvPr/>
        </p:nvSpPr>
        <p:spPr>
          <a:xfrm rot="10800000">
            <a:off x="3549369" y="2490657"/>
            <a:ext cx="182336" cy="14788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E841412-87DE-B508-7B0E-460AA6D073D6}"/>
              </a:ext>
            </a:extLst>
          </p:cNvPr>
          <p:cNvSpPr/>
          <p:nvPr/>
        </p:nvSpPr>
        <p:spPr>
          <a:xfrm>
            <a:off x="8587665" y="3481679"/>
            <a:ext cx="1607210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F421D43-A5F4-122D-6578-B80F792137CE}"/>
              </a:ext>
            </a:extLst>
          </p:cNvPr>
          <p:cNvSpPr/>
          <p:nvPr/>
        </p:nvSpPr>
        <p:spPr>
          <a:xfrm>
            <a:off x="10086054" y="2272183"/>
            <a:ext cx="3183038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페이지 크기보고 결정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7F563DF-E0A1-813E-FB85-659DA3EE25BD}"/>
              </a:ext>
            </a:extLst>
          </p:cNvPr>
          <p:cNvSpPr/>
          <p:nvPr/>
        </p:nvSpPr>
        <p:spPr>
          <a:xfrm>
            <a:off x="4225196" y="2430351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점검대상 검색</a:t>
            </a:r>
          </a:p>
        </p:txBody>
      </p:sp>
    </p:spTree>
    <p:extLst>
      <p:ext uri="{BB962C8B-B14F-4D97-AF65-F5344CB8AC3E}">
        <p14:creationId xmlns:p14="http://schemas.microsoft.com/office/powerpoint/2010/main" val="92567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A104D-68B2-85B1-5C13-4C6B8EBA7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CD7A236-BDFF-630D-4F52-8B6B7FEAD2A3}"/>
              </a:ext>
            </a:extLst>
          </p:cNvPr>
          <p:cNvSpPr/>
          <p:nvPr/>
        </p:nvSpPr>
        <p:spPr>
          <a:xfrm>
            <a:off x="710293" y="1143000"/>
            <a:ext cx="10295164" cy="5323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8A87CE-9EB6-32F5-6F8D-C8634CB7B714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팀 스케쥴 확인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- </a:t>
            </a:r>
            <a:r>
              <a:rPr lang="ko-KR" altLang="en-US" sz="2400" b="1" dirty="0"/>
              <a:t>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D766A47-066A-E825-2D94-610C8C5C5531}"/>
              </a:ext>
            </a:extLst>
          </p:cNvPr>
          <p:cNvSpPr/>
          <p:nvPr/>
        </p:nvSpPr>
        <p:spPr>
          <a:xfrm>
            <a:off x="1314450" y="1273630"/>
            <a:ext cx="8784771" cy="50700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69F1A41-4BC1-2A8D-D062-FCA19169B81C}"/>
              </a:ext>
            </a:extLst>
          </p:cNvPr>
          <p:cNvSpPr/>
          <p:nvPr/>
        </p:nvSpPr>
        <p:spPr>
          <a:xfrm>
            <a:off x="1746227" y="1901925"/>
            <a:ext cx="7963382" cy="12328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9FD54C9-15CB-0597-F23F-ECB318C09B31}"/>
              </a:ext>
            </a:extLst>
          </p:cNvPr>
          <p:cNvSpPr/>
          <p:nvPr/>
        </p:nvSpPr>
        <p:spPr>
          <a:xfrm>
            <a:off x="1746227" y="3751313"/>
            <a:ext cx="7963382" cy="19757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05A8E7-CB01-F38C-9187-B2B917C552E8}"/>
              </a:ext>
            </a:extLst>
          </p:cNvPr>
          <p:cNvSpPr txBox="1"/>
          <p:nvPr/>
        </p:nvSpPr>
        <p:spPr>
          <a:xfrm>
            <a:off x="1738495" y="1377826"/>
            <a:ext cx="800219" cy="461665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긴급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431106-5507-F570-6DED-8EBCF89FF366}"/>
              </a:ext>
            </a:extLst>
          </p:cNvPr>
          <p:cNvSpPr txBox="1"/>
          <p:nvPr/>
        </p:nvSpPr>
        <p:spPr>
          <a:xfrm>
            <a:off x="7973390" y="1356945"/>
            <a:ext cx="1524776" cy="461665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긴급 추가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B7B0B1A-6AC7-BD59-AD7F-0AECAE84A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689125"/>
              </p:ext>
            </p:extLst>
          </p:nvPr>
        </p:nvGraphicFramePr>
        <p:xfrm>
          <a:off x="1932972" y="3979764"/>
          <a:ext cx="7565196" cy="14981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996">
                  <a:extLst>
                    <a:ext uri="{9D8B030D-6E8A-4147-A177-3AD203B41FA5}">
                      <a16:colId xmlns:a16="http://schemas.microsoft.com/office/drawing/2014/main" val="2078179627"/>
                    </a:ext>
                  </a:extLst>
                </a:gridCol>
                <a:gridCol w="1288840">
                  <a:extLst>
                    <a:ext uri="{9D8B030D-6E8A-4147-A177-3AD203B41FA5}">
                      <a16:colId xmlns:a16="http://schemas.microsoft.com/office/drawing/2014/main" val="1650680786"/>
                    </a:ext>
                  </a:extLst>
                </a:gridCol>
                <a:gridCol w="1288840">
                  <a:extLst>
                    <a:ext uri="{9D8B030D-6E8A-4147-A177-3AD203B41FA5}">
                      <a16:colId xmlns:a16="http://schemas.microsoft.com/office/drawing/2014/main" val="4138269192"/>
                    </a:ext>
                  </a:extLst>
                </a:gridCol>
                <a:gridCol w="1128381">
                  <a:extLst>
                    <a:ext uri="{9D8B030D-6E8A-4147-A177-3AD203B41FA5}">
                      <a16:colId xmlns:a16="http://schemas.microsoft.com/office/drawing/2014/main" val="864892311"/>
                    </a:ext>
                  </a:extLst>
                </a:gridCol>
                <a:gridCol w="1551214">
                  <a:extLst>
                    <a:ext uri="{9D8B030D-6E8A-4147-A177-3AD203B41FA5}">
                      <a16:colId xmlns:a16="http://schemas.microsoft.com/office/drawing/2014/main" val="768196854"/>
                    </a:ext>
                  </a:extLst>
                </a:gridCol>
                <a:gridCol w="1186925">
                  <a:extLst>
                    <a:ext uri="{9D8B030D-6E8A-4147-A177-3AD203B41FA5}">
                      <a16:colId xmlns:a16="http://schemas.microsoft.com/office/drawing/2014/main" val="4114897877"/>
                    </a:ext>
                  </a:extLst>
                </a:gridCol>
              </a:tblGrid>
              <a:tr h="4993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점검자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완료일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다음 점검일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이름변경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518810"/>
                  </a:ext>
                </a:extLst>
              </a:tr>
              <a:tr h="499386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998225"/>
                  </a:ext>
                </a:extLst>
              </a:tr>
              <a:tr h="49938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325937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BB5C040-1118-196F-9170-6B4905CE7D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132598"/>
              </p:ext>
            </p:extLst>
          </p:nvPr>
        </p:nvGraphicFramePr>
        <p:xfrm>
          <a:off x="2793820" y="2038288"/>
          <a:ext cx="5868196" cy="998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939">
                  <a:extLst>
                    <a:ext uri="{9D8B030D-6E8A-4147-A177-3AD203B41FA5}">
                      <a16:colId xmlns:a16="http://schemas.microsoft.com/office/drawing/2014/main" val="2078179627"/>
                    </a:ext>
                  </a:extLst>
                </a:gridCol>
                <a:gridCol w="1516419">
                  <a:extLst>
                    <a:ext uri="{9D8B030D-6E8A-4147-A177-3AD203B41FA5}">
                      <a16:colId xmlns:a16="http://schemas.microsoft.com/office/drawing/2014/main" val="1650680786"/>
                    </a:ext>
                  </a:extLst>
                </a:gridCol>
                <a:gridCol w="1516419">
                  <a:extLst>
                    <a:ext uri="{9D8B030D-6E8A-4147-A177-3AD203B41FA5}">
                      <a16:colId xmlns:a16="http://schemas.microsoft.com/office/drawing/2014/main" val="864892311"/>
                    </a:ext>
                  </a:extLst>
                </a:gridCol>
                <a:gridCol w="1516419">
                  <a:extLst>
                    <a:ext uri="{9D8B030D-6E8A-4147-A177-3AD203B41FA5}">
                      <a16:colId xmlns:a16="http://schemas.microsoft.com/office/drawing/2014/main" val="2835937862"/>
                    </a:ext>
                  </a:extLst>
                </a:gridCol>
              </a:tblGrid>
              <a:tr h="4993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점검자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518810"/>
                  </a:ext>
                </a:extLst>
              </a:tr>
              <a:tr h="49938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99822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700FD908-8308-565D-0E47-2961D745E718}"/>
              </a:ext>
            </a:extLst>
          </p:cNvPr>
          <p:cNvSpPr txBox="1"/>
          <p:nvPr/>
        </p:nvSpPr>
        <p:spPr>
          <a:xfrm>
            <a:off x="1746227" y="3197167"/>
            <a:ext cx="800219" cy="461665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일반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536E7DD-8DC5-96D4-65B0-B791C8285D7F}"/>
              </a:ext>
            </a:extLst>
          </p:cNvPr>
          <p:cNvSpPr/>
          <p:nvPr/>
        </p:nvSpPr>
        <p:spPr>
          <a:xfrm>
            <a:off x="2820379" y="3394548"/>
            <a:ext cx="1872731" cy="2425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점검자</a:t>
            </a:r>
            <a:r>
              <a:rPr lang="ko-KR" altLang="en-US" dirty="0">
                <a:solidFill>
                  <a:schemeClr val="tx1"/>
                </a:solidFill>
              </a:rPr>
              <a:t> 선택</a:t>
            </a:r>
            <a:r>
              <a:rPr lang="en-US" altLang="ko-KR" dirty="0">
                <a:solidFill>
                  <a:schemeClr val="tx1"/>
                </a:solidFill>
              </a:rPr>
              <a:t>-    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이등변 삼각형 21">
            <a:extLst>
              <a:ext uri="{FF2B5EF4-FFF2-40B4-BE49-F238E27FC236}">
                <a16:creationId xmlns:a16="http://schemas.microsoft.com/office/drawing/2014/main" id="{F69D5855-7B67-CE08-012F-91966882073A}"/>
              </a:ext>
            </a:extLst>
          </p:cNvPr>
          <p:cNvSpPr/>
          <p:nvPr/>
        </p:nvSpPr>
        <p:spPr>
          <a:xfrm rot="10800000">
            <a:off x="4433137" y="3459861"/>
            <a:ext cx="182336" cy="14788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8F2034D-D0C5-B678-D411-307AFFFA87B5}"/>
              </a:ext>
            </a:extLst>
          </p:cNvPr>
          <p:cNvSpPr/>
          <p:nvPr/>
        </p:nvSpPr>
        <p:spPr>
          <a:xfrm>
            <a:off x="10229833" y="1067267"/>
            <a:ext cx="2152304" cy="7235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내용 변경은 팝업으로 진행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505ED1A-4086-B9E8-C7BA-48F1487BFAE8}"/>
              </a:ext>
            </a:extLst>
          </p:cNvPr>
          <p:cNvSpPr/>
          <p:nvPr/>
        </p:nvSpPr>
        <p:spPr>
          <a:xfrm>
            <a:off x="8458604" y="451565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이름변경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4ECF28A-2C32-9E5A-EB05-A9D994D7E22D}"/>
              </a:ext>
            </a:extLst>
          </p:cNvPr>
          <p:cNvSpPr/>
          <p:nvPr/>
        </p:nvSpPr>
        <p:spPr>
          <a:xfrm>
            <a:off x="8458604" y="505154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이름변경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B1A93E7-86EF-BBAE-0173-08FA5796F529}"/>
              </a:ext>
            </a:extLst>
          </p:cNvPr>
          <p:cNvSpPr/>
          <p:nvPr/>
        </p:nvSpPr>
        <p:spPr>
          <a:xfrm>
            <a:off x="7438849" y="2593597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수정</a:t>
            </a:r>
            <a:r>
              <a:rPr lang="en-US" altLang="ko-KR" sz="1000" b="1" dirty="0"/>
              <a:t>/</a:t>
            </a:r>
            <a:r>
              <a:rPr lang="ko-KR" altLang="en-US" sz="1000" b="1" dirty="0"/>
              <a:t>삭제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4014EC-213B-2F0C-7EB7-FBEE7A4FCA4C}"/>
              </a:ext>
            </a:extLst>
          </p:cNvPr>
          <p:cNvSpPr txBox="1"/>
          <p:nvPr/>
        </p:nvSpPr>
        <p:spPr>
          <a:xfrm>
            <a:off x="10308375" y="1866531"/>
            <a:ext cx="2140330" cy="830997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긴급 추가</a:t>
            </a:r>
            <a:endParaRPr lang="en-US" altLang="ko-KR" sz="2400" b="1" dirty="0">
              <a:solidFill>
                <a:schemeClr val="bg1"/>
              </a:solidFill>
            </a:endParaRPr>
          </a:p>
          <a:p>
            <a:r>
              <a:rPr lang="ko-KR" altLang="en-US" sz="2400" b="1" dirty="0">
                <a:solidFill>
                  <a:schemeClr val="bg1"/>
                </a:solidFill>
              </a:rPr>
              <a:t>팝업으로 진행</a:t>
            </a:r>
          </a:p>
        </p:txBody>
      </p:sp>
    </p:spTree>
    <p:extLst>
      <p:ext uri="{BB962C8B-B14F-4D97-AF65-F5344CB8AC3E}">
        <p14:creationId xmlns:p14="http://schemas.microsoft.com/office/powerpoint/2010/main" val="6111532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1FF84-7D13-257E-AEEB-2FA32E683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BF8244A-438D-005C-046B-11F4C1D7C140}"/>
              </a:ext>
            </a:extLst>
          </p:cNvPr>
          <p:cNvSpPr/>
          <p:nvPr/>
        </p:nvSpPr>
        <p:spPr>
          <a:xfrm>
            <a:off x="710293" y="1143000"/>
            <a:ext cx="10295164" cy="5323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485058-5D74-0D7D-4489-259E6D82072C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긴급점검 추가 </a:t>
            </a:r>
            <a:r>
              <a:rPr lang="en-US" altLang="ko-KR" sz="2400" b="1" dirty="0"/>
              <a:t>- </a:t>
            </a:r>
            <a:r>
              <a:rPr lang="ko-KR" altLang="en-US" sz="2400" b="1" dirty="0">
                <a:solidFill>
                  <a:srgbClr val="FF0000"/>
                </a:solidFill>
              </a:rPr>
              <a:t>팝업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– </a:t>
            </a:r>
            <a:r>
              <a:rPr lang="ko-KR" altLang="en-US" sz="2400" b="1" dirty="0"/>
              <a:t>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B74A546-9272-567F-7B1D-5A13DA288884}"/>
              </a:ext>
            </a:extLst>
          </p:cNvPr>
          <p:cNvSpPr/>
          <p:nvPr/>
        </p:nvSpPr>
        <p:spPr>
          <a:xfrm>
            <a:off x="1491033" y="1396094"/>
            <a:ext cx="8784771" cy="50700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29A631-6A39-4E74-CBA2-70F52E3A669A}"/>
              </a:ext>
            </a:extLst>
          </p:cNvPr>
          <p:cNvSpPr txBox="1"/>
          <p:nvPr/>
        </p:nvSpPr>
        <p:spPr>
          <a:xfrm>
            <a:off x="8517401" y="5750277"/>
            <a:ext cx="800219" cy="461665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69AA55-074B-8A35-077F-37D228579A81}"/>
              </a:ext>
            </a:extLst>
          </p:cNvPr>
          <p:cNvSpPr txBox="1"/>
          <p:nvPr/>
        </p:nvSpPr>
        <p:spPr>
          <a:xfrm>
            <a:off x="2383281" y="1856232"/>
            <a:ext cx="2343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긴급점검 추가페이지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6F481B-06C4-02BE-5789-08B1585794CF}"/>
              </a:ext>
            </a:extLst>
          </p:cNvPr>
          <p:cNvSpPr txBox="1"/>
          <p:nvPr/>
        </p:nvSpPr>
        <p:spPr>
          <a:xfrm>
            <a:off x="1972485" y="255264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이름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9BAD200-C320-3030-4C84-8745D79AFE41}"/>
              </a:ext>
            </a:extLst>
          </p:cNvPr>
          <p:cNvSpPr/>
          <p:nvPr/>
        </p:nvSpPr>
        <p:spPr>
          <a:xfrm>
            <a:off x="2719647" y="2551265"/>
            <a:ext cx="1110342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-</a:t>
            </a:r>
            <a:r>
              <a:rPr lang="ko-KR" altLang="en-US" dirty="0"/>
              <a:t>선택</a:t>
            </a:r>
            <a:r>
              <a:rPr lang="en-US" altLang="ko-KR" dirty="0"/>
              <a:t>- </a:t>
            </a:r>
            <a:endParaRPr lang="ko-KR" altLang="en-US" dirty="0"/>
          </a:p>
        </p:txBody>
      </p:sp>
      <p:sp>
        <p:nvSpPr>
          <p:cNvPr id="36" name="이등변 삼각형 35">
            <a:extLst>
              <a:ext uri="{FF2B5EF4-FFF2-40B4-BE49-F238E27FC236}">
                <a16:creationId xmlns:a16="http://schemas.microsoft.com/office/drawing/2014/main" id="{37392C24-81E2-F4D2-F04E-070F5C7BAE8B}"/>
              </a:ext>
            </a:extLst>
          </p:cNvPr>
          <p:cNvSpPr/>
          <p:nvPr/>
        </p:nvSpPr>
        <p:spPr>
          <a:xfrm rot="10800000">
            <a:off x="3556485" y="2598592"/>
            <a:ext cx="182336" cy="14788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6ADC98A-58D4-5DDE-BAA9-68883C1C32A7}"/>
              </a:ext>
            </a:extLst>
          </p:cNvPr>
          <p:cNvSpPr/>
          <p:nvPr/>
        </p:nvSpPr>
        <p:spPr>
          <a:xfrm>
            <a:off x="3110375" y="2978816"/>
            <a:ext cx="1110342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-</a:t>
            </a:r>
            <a:r>
              <a:rPr lang="ko-KR" altLang="en-US" dirty="0"/>
              <a:t>선택</a:t>
            </a:r>
            <a:r>
              <a:rPr lang="en-US" altLang="ko-KR" dirty="0"/>
              <a:t>- </a:t>
            </a:r>
            <a:endParaRPr lang="ko-KR" altLang="en-US" dirty="0"/>
          </a:p>
        </p:txBody>
      </p:sp>
      <p:sp>
        <p:nvSpPr>
          <p:cNvPr id="40" name="이등변 삼각형 39">
            <a:extLst>
              <a:ext uri="{FF2B5EF4-FFF2-40B4-BE49-F238E27FC236}">
                <a16:creationId xmlns:a16="http://schemas.microsoft.com/office/drawing/2014/main" id="{66B9D487-A8E5-A18E-413C-F1EDFA2A3C87}"/>
              </a:ext>
            </a:extLst>
          </p:cNvPr>
          <p:cNvSpPr/>
          <p:nvPr/>
        </p:nvSpPr>
        <p:spPr>
          <a:xfrm rot="10800000">
            <a:off x="3940410" y="3026143"/>
            <a:ext cx="182336" cy="14788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755669E5-365A-A4E4-4985-E958AFD5960C}"/>
              </a:ext>
            </a:extLst>
          </p:cNvPr>
          <p:cNvSpPr/>
          <p:nvPr/>
        </p:nvSpPr>
        <p:spPr>
          <a:xfrm>
            <a:off x="2691905" y="3962143"/>
            <a:ext cx="1959428" cy="20410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F7C8E58-C23A-872D-C3BB-4061A62D9123}"/>
              </a:ext>
            </a:extLst>
          </p:cNvPr>
          <p:cNvSpPr txBox="1"/>
          <p:nvPr/>
        </p:nvSpPr>
        <p:spPr>
          <a:xfrm>
            <a:off x="1475478" y="387953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특이사항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D2C5F4F-9EFE-BC4A-9EF8-7EDD91586F89}"/>
              </a:ext>
            </a:extLst>
          </p:cNvPr>
          <p:cNvSpPr txBox="1"/>
          <p:nvPr/>
        </p:nvSpPr>
        <p:spPr>
          <a:xfrm>
            <a:off x="1916196" y="294798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점검대상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66D7F83-26B5-D2EE-53BF-0676EA103D78}"/>
              </a:ext>
            </a:extLst>
          </p:cNvPr>
          <p:cNvSpPr/>
          <p:nvPr/>
        </p:nvSpPr>
        <p:spPr>
          <a:xfrm>
            <a:off x="9448800" y="578196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7738352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CE81D8-15F4-17CA-BBE9-9D01F685D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마이페이지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C30FAB-3B31-368D-8CB0-17370D1A1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점검팀</a:t>
            </a:r>
            <a:r>
              <a:rPr lang="ko-KR" altLang="en-US" dirty="0"/>
              <a:t> 팀원</a:t>
            </a:r>
          </a:p>
        </p:txBody>
      </p:sp>
    </p:spTree>
    <p:extLst>
      <p:ext uri="{BB962C8B-B14F-4D97-AF65-F5344CB8AC3E}">
        <p14:creationId xmlns:p14="http://schemas.microsoft.com/office/powerpoint/2010/main" val="15148086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5EB6D-840A-CC06-8CCA-2736AA340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1A6B7A1-6636-D621-F2FB-984450CBC12A}"/>
              </a:ext>
            </a:extLst>
          </p:cNvPr>
          <p:cNvSpPr/>
          <p:nvPr/>
        </p:nvSpPr>
        <p:spPr>
          <a:xfrm>
            <a:off x="710293" y="1555527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024C1F9-9535-573D-48AA-79E9E4F41873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마이페이지</a:t>
            </a:r>
            <a:r>
              <a:rPr lang="en-US" altLang="ko-KR" b="1" dirty="0"/>
              <a:t>(</a:t>
            </a:r>
            <a:r>
              <a:rPr lang="ko-KR" altLang="en-US" b="1" dirty="0" err="1"/>
              <a:t>메인화면</a:t>
            </a:r>
            <a:r>
              <a:rPr lang="en-US" altLang="ko-KR" b="1" dirty="0"/>
              <a:t>)</a:t>
            </a:r>
            <a:r>
              <a:rPr lang="ko-KR" altLang="en-US" b="1" dirty="0"/>
              <a:t> </a:t>
            </a:r>
            <a:r>
              <a:rPr lang="en-US" altLang="ko-KR" b="1" dirty="0"/>
              <a:t>- </a:t>
            </a:r>
            <a:r>
              <a:rPr lang="ko-KR" altLang="en-US" b="1" dirty="0" err="1"/>
              <a:t>점검팀원</a:t>
            </a:r>
            <a:endParaRPr lang="ko-KR" altLang="en-US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4588484-29AA-9EA1-DFE4-99FAD984BE1D}"/>
              </a:ext>
            </a:extLst>
          </p:cNvPr>
          <p:cNvSpPr/>
          <p:nvPr/>
        </p:nvSpPr>
        <p:spPr>
          <a:xfrm>
            <a:off x="1314450" y="2106386"/>
            <a:ext cx="878477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24AFD1B-D444-F289-3CB1-8579CE85DA97}"/>
              </a:ext>
            </a:extLst>
          </p:cNvPr>
          <p:cNvSpPr/>
          <p:nvPr/>
        </p:nvSpPr>
        <p:spPr>
          <a:xfrm>
            <a:off x="6127451" y="2511056"/>
            <a:ext cx="3554083" cy="27165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8CBC3C5-E86D-DF38-17D0-7B54BB4A79AA}"/>
              </a:ext>
            </a:extLst>
          </p:cNvPr>
          <p:cNvSpPr/>
          <p:nvPr/>
        </p:nvSpPr>
        <p:spPr>
          <a:xfrm>
            <a:off x="6294407" y="2596551"/>
            <a:ext cx="3157268" cy="250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점검확인결과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80297D7-5E5B-8C76-4166-54F988E129F2}"/>
              </a:ext>
            </a:extLst>
          </p:cNvPr>
          <p:cNvSpPr/>
          <p:nvPr/>
        </p:nvSpPr>
        <p:spPr>
          <a:xfrm>
            <a:off x="1759609" y="2361532"/>
            <a:ext cx="3554083" cy="28660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EB76C6B-7BE2-EDEC-591F-30BC6034B60B}"/>
              </a:ext>
            </a:extLst>
          </p:cNvPr>
          <p:cNvSpPr/>
          <p:nvPr/>
        </p:nvSpPr>
        <p:spPr>
          <a:xfrm>
            <a:off x="1926565" y="2447027"/>
            <a:ext cx="3157268" cy="3047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본인 전체 스케쥴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C090861-D331-DD12-CDB4-FF0CE3D59954}"/>
              </a:ext>
            </a:extLst>
          </p:cNvPr>
          <p:cNvSpPr/>
          <p:nvPr/>
        </p:nvSpPr>
        <p:spPr>
          <a:xfrm>
            <a:off x="4708661" y="4768097"/>
            <a:ext cx="37956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37916C-FD8E-D011-2721-829C0AE07B11}"/>
              </a:ext>
            </a:extLst>
          </p:cNvPr>
          <p:cNvSpPr/>
          <p:nvPr/>
        </p:nvSpPr>
        <p:spPr>
          <a:xfrm>
            <a:off x="9167626" y="4768097"/>
            <a:ext cx="37956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01271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4097C-BE42-F32C-7EE4-0D91A87C5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7A6FA5C-2156-C1F2-298B-D226EBBC8EAB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21F03D3-C564-82C6-8880-A3332DEB5580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내 스케쥴</a:t>
            </a:r>
            <a:r>
              <a:rPr lang="en-US" altLang="ko-KR" sz="2400" b="1" dirty="0"/>
              <a:t>)- </a:t>
            </a:r>
            <a:r>
              <a:rPr lang="ko-KR" altLang="en-US" sz="2400" b="1" dirty="0" err="1"/>
              <a:t>점검팀원</a:t>
            </a:r>
            <a:endParaRPr lang="ko-KR" altLang="en-US" sz="24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75299C9-A357-5AF2-5214-947CC2A4F8FD}"/>
              </a:ext>
            </a:extLst>
          </p:cNvPr>
          <p:cNvSpPr/>
          <p:nvPr/>
        </p:nvSpPr>
        <p:spPr>
          <a:xfrm>
            <a:off x="941890" y="1446835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9340129-F39F-5CBC-B540-4FC871EDA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791943"/>
              </p:ext>
            </p:extLst>
          </p:nvPr>
        </p:nvGraphicFramePr>
        <p:xfrm>
          <a:off x="1418140" y="2835796"/>
          <a:ext cx="8906478" cy="3298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8826">
                  <a:extLst>
                    <a:ext uri="{9D8B030D-6E8A-4147-A177-3AD203B41FA5}">
                      <a16:colId xmlns:a16="http://schemas.microsoft.com/office/drawing/2014/main" val="54564901"/>
                    </a:ext>
                  </a:extLst>
                </a:gridCol>
                <a:gridCol w="2968826">
                  <a:extLst>
                    <a:ext uri="{9D8B030D-6E8A-4147-A177-3AD203B41FA5}">
                      <a16:colId xmlns:a16="http://schemas.microsoft.com/office/drawing/2014/main" val="3626162120"/>
                    </a:ext>
                  </a:extLst>
                </a:gridCol>
                <a:gridCol w="2968826">
                  <a:extLst>
                    <a:ext uri="{9D8B030D-6E8A-4147-A177-3AD203B41FA5}">
                      <a16:colId xmlns:a16="http://schemas.microsoft.com/office/drawing/2014/main" val="843265500"/>
                    </a:ext>
                  </a:extLst>
                </a:gridCol>
              </a:tblGrid>
              <a:tr h="5497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대상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완료일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다음 점검일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330147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최신순 정렬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3461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5650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305794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374485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35044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ED34AED-59D1-1D40-37AB-E2C7F7C0DA9B}"/>
              </a:ext>
            </a:extLst>
          </p:cNvPr>
          <p:cNvSpPr/>
          <p:nvPr/>
        </p:nvSpPr>
        <p:spPr>
          <a:xfrm>
            <a:off x="4259484" y="1686803"/>
            <a:ext cx="3183038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스케쥴 확인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8446FA3-27B5-48C3-D7DC-BC25ABDF70F3}"/>
              </a:ext>
            </a:extLst>
          </p:cNvPr>
          <p:cNvSpPr/>
          <p:nvPr/>
        </p:nvSpPr>
        <p:spPr>
          <a:xfrm>
            <a:off x="1483745" y="2431211"/>
            <a:ext cx="2318716" cy="2425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점검 대상 선택</a:t>
            </a:r>
            <a:r>
              <a:rPr lang="en-US" altLang="ko-KR" dirty="0">
                <a:solidFill>
                  <a:schemeClr val="tx1"/>
                </a:solidFill>
              </a:rPr>
              <a:t>-    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4F1C3684-CD84-6DAE-FF61-81427372DE1D}"/>
              </a:ext>
            </a:extLst>
          </p:cNvPr>
          <p:cNvSpPr/>
          <p:nvPr/>
        </p:nvSpPr>
        <p:spPr>
          <a:xfrm rot="10800000">
            <a:off x="3549369" y="2490657"/>
            <a:ext cx="182336" cy="14788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9700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309BA-FD99-13E6-6A27-B54F6FE27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05D8C97-70F6-3E9B-B6E9-2978165566B9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A45E002-45FC-5043-9409-E19EA2B6EDC8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점검확인결과</a:t>
            </a:r>
            <a:r>
              <a:rPr lang="en-US" altLang="ko-KR" sz="2400" b="1" dirty="0"/>
              <a:t>)- </a:t>
            </a:r>
            <a:r>
              <a:rPr lang="ko-KR" altLang="en-US" sz="2400" b="1" dirty="0" err="1"/>
              <a:t>점검팀원</a:t>
            </a:r>
            <a:endParaRPr lang="ko-KR" altLang="en-US" sz="24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5D93327-3B23-C063-057B-51369173F794}"/>
              </a:ext>
            </a:extLst>
          </p:cNvPr>
          <p:cNvSpPr/>
          <p:nvPr/>
        </p:nvSpPr>
        <p:spPr>
          <a:xfrm>
            <a:off x="941890" y="1446835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5318D04-E2E8-1D61-DFDE-05E7EB93F6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251579"/>
              </p:ext>
            </p:extLst>
          </p:nvPr>
        </p:nvGraphicFramePr>
        <p:xfrm>
          <a:off x="1418140" y="2835796"/>
          <a:ext cx="8906480" cy="3298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6620">
                  <a:extLst>
                    <a:ext uri="{9D8B030D-6E8A-4147-A177-3AD203B41FA5}">
                      <a16:colId xmlns:a16="http://schemas.microsoft.com/office/drawing/2014/main" val="54564901"/>
                    </a:ext>
                  </a:extLst>
                </a:gridCol>
                <a:gridCol w="2226620">
                  <a:extLst>
                    <a:ext uri="{9D8B030D-6E8A-4147-A177-3AD203B41FA5}">
                      <a16:colId xmlns:a16="http://schemas.microsoft.com/office/drawing/2014/main" val="3626162120"/>
                    </a:ext>
                  </a:extLst>
                </a:gridCol>
                <a:gridCol w="2226620">
                  <a:extLst>
                    <a:ext uri="{9D8B030D-6E8A-4147-A177-3AD203B41FA5}">
                      <a16:colId xmlns:a16="http://schemas.microsoft.com/office/drawing/2014/main" val="843265500"/>
                    </a:ext>
                  </a:extLst>
                </a:gridCol>
                <a:gridCol w="2226620">
                  <a:extLst>
                    <a:ext uri="{9D8B030D-6E8A-4147-A177-3AD203B41FA5}">
                      <a16:colId xmlns:a16="http://schemas.microsoft.com/office/drawing/2014/main" val="191109877"/>
                    </a:ext>
                  </a:extLst>
                </a:gridCol>
              </a:tblGrid>
              <a:tr h="5497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대상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완료일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330147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최신순 정렬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점검전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3461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점검후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5650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305794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374485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35044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DDC34782-67F1-DF2B-DA47-EB53CCB221DB}"/>
              </a:ext>
            </a:extLst>
          </p:cNvPr>
          <p:cNvSpPr/>
          <p:nvPr/>
        </p:nvSpPr>
        <p:spPr>
          <a:xfrm>
            <a:off x="4259484" y="1686803"/>
            <a:ext cx="3183038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점검확인결과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F3B4B8C-8A20-A624-EFA9-99A8CC69424F}"/>
              </a:ext>
            </a:extLst>
          </p:cNvPr>
          <p:cNvSpPr/>
          <p:nvPr/>
        </p:nvSpPr>
        <p:spPr>
          <a:xfrm>
            <a:off x="1483745" y="2431211"/>
            <a:ext cx="2318716" cy="2425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점검 대상 선택</a:t>
            </a:r>
            <a:r>
              <a:rPr lang="en-US" altLang="ko-KR" dirty="0">
                <a:solidFill>
                  <a:schemeClr val="tx1"/>
                </a:solidFill>
              </a:rPr>
              <a:t>-    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BD1507CB-3CFC-8DB9-AE2D-C7BA6113E903}"/>
              </a:ext>
            </a:extLst>
          </p:cNvPr>
          <p:cNvSpPr/>
          <p:nvPr/>
        </p:nvSpPr>
        <p:spPr>
          <a:xfrm rot="10800000">
            <a:off x="3549369" y="2490657"/>
            <a:ext cx="182336" cy="14788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4103D68-B87B-A01D-2884-CA4BA92F21F4}"/>
              </a:ext>
            </a:extLst>
          </p:cNvPr>
          <p:cNvSpPr/>
          <p:nvPr/>
        </p:nvSpPr>
        <p:spPr>
          <a:xfrm>
            <a:off x="8478844" y="3429000"/>
            <a:ext cx="1607210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44D6FE-C9DE-E083-CEC7-DE8C77DC77F3}"/>
              </a:ext>
            </a:extLst>
          </p:cNvPr>
          <p:cNvSpPr/>
          <p:nvPr/>
        </p:nvSpPr>
        <p:spPr>
          <a:xfrm>
            <a:off x="10086054" y="2272183"/>
            <a:ext cx="3183038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페이지 크기보고 결정</a:t>
            </a:r>
          </a:p>
        </p:txBody>
      </p:sp>
    </p:spTree>
    <p:extLst>
      <p:ext uri="{BB962C8B-B14F-4D97-AF65-F5344CB8AC3E}">
        <p14:creationId xmlns:p14="http://schemas.microsoft.com/office/powerpoint/2010/main" val="16362489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D0D64-6A9A-5F80-DDF5-AC73B8910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43478E-3786-FDA8-7CFB-532FD6F4B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마이페이지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076448-1CD3-9C31-E721-505B4D67C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점검 확인팀장</a:t>
            </a:r>
          </a:p>
        </p:txBody>
      </p:sp>
    </p:spTree>
    <p:extLst>
      <p:ext uri="{BB962C8B-B14F-4D97-AF65-F5344CB8AC3E}">
        <p14:creationId xmlns:p14="http://schemas.microsoft.com/office/powerpoint/2010/main" val="19488095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EB281-6FEE-85EB-7524-9A838C438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A8AC515-EDDC-6C1D-289B-3CAEA2CDB56F}"/>
              </a:ext>
            </a:extLst>
          </p:cNvPr>
          <p:cNvSpPr/>
          <p:nvPr/>
        </p:nvSpPr>
        <p:spPr>
          <a:xfrm>
            <a:off x="710293" y="1555527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93B4E4-41A3-A1A9-9ED9-35B39871C7F1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마이페이지</a:t>
            </a:r>
            <a:r>
              <a:rPr lang="en-US" altLang="ko-KR" b="1" dirty="0"/>
              <a:t>(</a:t>
            </a:r>
            <a:r>
              <a:rPr lang="ko-KR" altLang="en-US" b="1" dirty="0" err="1"/>
              <a:t>메인화면</a:t>
            </a:r>
            <a:r>
              <a:rPr lang="en-US" altLang="ko-KR" b="1" dirty="0"/>
              <a:t>)</a:t>
            </a:r>
            <a:r>
              <a:rPr lang="ko-KR" altLang="en-US" b="1" dirty="0"/>
              <a:t> </a:t>
            </a:r>
            <a:r>
              <a:rPr lang="en-US" altLang="ko-KR" b="1" dirty="0"/>
              <a:t>- </a:t>
            </a:r>
            <a:r>
              <a:rPr lang="ko-KR" altLang="en-US" b="1" dirty="0"/>
              <a:t>점검확인팀장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43F568D-C1F9-688A-1FF0-7C21F07AA926}"/>
              </a:ext>
            </a:extLst>
          </p:cNvPr>
          <p:cNvSpPr/>
          <p:nvPr/>
        </p:nvSpPr>
        <p:spPr>
          <a:xfrm>
            <a:off x="1314450" y="2106386"/>
            <a:ext cx="878477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36EDE7-3B9C-E1F7-7A91-607C82475BC1}"/>
              </a:ext>
            </a:extLst>
          </p:cNvPr>
          <p:cNvSpPr/>
          <p:nvPr/>
        </p:nvSpPr>
        <p:spPr>
          <a:xfrm>
            <a:off x="6127451" y="2361532"/>
            <a:ext cx="3554083" cy="1590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E5098BF-A782-C1C8-86EE-17912C9A50BB}"/>
              </a:ext>
            </a:extLst>
          </p:cNvPr>
          <p:cNvSpPr/>
          <p:nvPr/>
        </p:nvSpPr>
        <p:spPr>
          <a:xfrm>
            <a:off x="6325858" y="2501660"/>
            <a:ext cx="3157268" cy="250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팀원 점검확인결과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064D77C-8353-37E4-212C-1CB14AD978A0}"/>
              </a:ext>
            </a:extLst>
          </p:cNvPr>
          <p:cNvSpPr/>
          <p:nvPr/>
        </p:nvSpPr>
        <p:spPr>
          <a:xfrm>
            <a:off x="1759609" y="2361532"/>
            <a:ext cx="3554083" cy="28660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0E5CDA0-BE55-6F05-3467-84D0CFFA19D1}"/>
              </a:ext>
            </a:extLst>
          </p:cNvPr>
          <p:cNvSpPr/>
          <p:nvPr/>
        </p:nvSpPr>
        <p:spPr>
          <a:xfrm>
            <a:off x="1926565" y="2447027"/>
            <a:ext cx="3157268" cy="3047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팀원 전체 스케쥴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4F48E4C-0F91-F381-1FC1-E0AC5307D8F0}"/>
              </a:ext>
            </a:extLst>
          </p:cNvPr>
          <p:cNvSpPr/>
          <p:nvPr/>
        </p:nvSpPr>
        <p:spPr>
          <a:xfrm>
            <a:off x="4708661" y="4768097"/>
            <a:ext cx="37956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FDE7F8B-D100-86FC-F779-97CB9CCD9046}"/>
              </a:ext>
            </a:extLst>
          </p:cNvPr>
          <p:cNvSpPr/>
          <p:nvPr/>
        </p:nvSpPr>
        <p:spPr>
          <a:xfrm>
            <a:off x="8894014" y="3365381"/>
            <a:ext cx="37956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A56584A-D205-8258-7357-6F57E3999BBD}"/>
              </a:ext>
            </a:extLst>
          </p:cNvPr>
          <p:cNvSpPr/>
          <p:nvPr/>
        </p:nvSpPr>
        <p:spPr>
          <a:xfrm>
            <a:off x="6127451" y="3866482"/>
            <a:ext cx="3554083" cy="1590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87B5DEF-D6F6-DF2F-D168-3740751D882F}"/>
              </a:ext>
            </a:extLst>
          </p:cNvPr>
          <p:cNvSpPr/>
          <p:nvPr/>
        </p:nvSpPr>
        <p:spPr>
          <a:xfrm>
            <a:off x="6325858" y="4006610"/>
            <a:ext cx="3157268" cy="250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점검자</a:t>
            </a:r>
            <a:r>
              <a:rPr lang="ko-KR" altLang="en-US" dirty="0">
                <a:solidFill>
                  <a:schemeClr val="tx1"/>
                </a:solidFill>
              </a:rPr>
              <a:t> 업무 부여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097CF3A-458F-1453-0B95-E004AEC656E7}"/>
              </a:ext>
            </a:extLst>
          </p:cNvPr>
          <p:cNvSpPr/>
          <p:nvPr/>
        </p:nvSpPr>
        <p:spPr>
          <a:xfrm>
            <a:off x="8894014" y="4870331"/>
            <a:ext cx="37956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69997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747CD-A2CA-B0F8-778E-D5A45365D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E5A97EE-3D24-100D-D121-23EEACB97F52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D83DD6F-5A97-16F7-1447-01E9FF143AB2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 err="1"/>
              <a:t>점검자</a:t>
            </a:r>
            <a:r>
              <a:rPr lang="ko-KR" altLang="en-US" sz="2400" b="1" dirty="0"/>
              <a:t> 업무 부여</a:t>
            </a:r>
            <a:r>
              <a:rPr lang="en-US" altLang="ko-KR" sz="2400" b="1" dirty="0"/>
              <a:t>)- </a:t>
            </a:r>
            <a:r>
              <a:rPr lang="ko-KR" altLang="en-US" sz="2400" b="1" dirty="0"/>
              <a:t>점검확인팀장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4333BA2-1C7C-5BE0-29BD-9F9B2CB920C5}"/>
              </a:ext>
            </a:extLst>
          </p:cNvPr>
          <p:cNvSpPr/>
          <p:nvPr/>
        </p:nvSpPr>
        <p:spPr>
          <a:xfrm>
            <a:off x="941890" y="1446835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D5F0F73-6B27-25B0-8CA9-800BE96182F5}"/>
              </a:ext>
            </a:extLst>
          </p:cNvPr>
          <p:cNvGraphicFramePr>
            <a:graphicFrameLocks noGrp="1"/>
          </p:cNvGraphicFramePr>
          <p:nvPr/>
        </p:nvGraphicFramePr>
        <p:xfrm>
          <a:off x="1541965" y="2633239"/>
          <a:ext cx="8506912" cy="3298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6728">
                  <a:extLst>
                    <a:ext uri="{9D8B030D-6E8A-4147-A177-3AD203B41FA5}">
                      <a16:colId xmlns:a16="http://schemas.microsoft.com/office/drawing/2014/main" val="4219628220"/>
                    </a:ext>
                  </a:extLst>
                </a:gridCol>
                <a:gridCol w="2126728">
                  <a:extLst>
                    <a:ext uri="{9D8B030D-6E8A-4147-A177-3AD203B41FA5}">
                      <a16:colId xmlns:a16="http://schemas.microsoft.com/office/drawing/2014/main" val="2247784535"/>
                    </a:ext>
                  </a:extLst>
                </a:gridCol>
                <a:gridCol w="2126728">
                  <a:extLst>
                    <a:ext uri="{9D8B030D-6E8A-4147-A177-3AD203B41FA5}">
                      <a16:colId xmlns:a16="http://schemas.microsoft.com/office/drawing/2014/main" val="54564901"/>
                    </a:ext>
                  </a:extLst>
                </a:gridCol>
                <a:gridCol w="2126728">
                  <a:extLst>
                    <a:ext uri="{9D8B030D-6E8A-4147-A177-3AD203B41FA5}">
                      <a16:colId xmlns:a16="http://schemas.microsoft.com/office/drawing/2014/main" val="3626162120"/>
                    </a:ext>
                  </a:extLst>
                </a:gridCol>
              </a:tblGrid>
              <a:tr h="5497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팀원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점거대상이름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담당종류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배정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330147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팀원</a:t>
                      </a: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혜성특급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레일형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3461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팀원</a:t>
                      </a:r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회전형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5650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수중형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305794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374485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고정형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35044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1FB2734C-DD8C-D84A-F9DB-5ADB72AB6E04}"/>
              </a:ext>
            </a:extLst>
          </p:cNvPr>
          <p:cNvSpPr/>
          <p:nvPr/>
        </p:nvSpPr>
        <p:spPr>
          <a:xfrm>
            <a:off x="4118769" y="1579943"/>
            <a:ext cx="3183038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[</a:t>
            </a:r>
            <a:r>
              <a:rPr lang="ko-KR" altLang="en-US" sz="2000" b="1" dirty="0"/>
              <a:t>담당 팀</a:t>
            </a:r>
            <a:r>
              <a:rPr lang="en-US" altLang="ko-KR" sz="2000" b="1" dirty="0"/>
              <a:t>]</a:t>
            </a:r>
            <a:r>
              <a:rPr lang="ko-KR" altLang="en-US" sz="2000" b="1" dirty="0"/>
              <a:t>담당자 리스트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EFC79BC-F44F-BF52-36F6-22B469FE64EF}"/>
              </a:ext>
            </a:extLst>
          </p:cNvPr>
          <p:cNvSpPr/>
          <p:nvPr/>
        </p:nvSpPr>
        <p:spPr>
          <a:xfrm>
            <a:off x="7930440" y="3256471"/>
            <a:ext cx="1607210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담당자 배정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B397BE7-C201-49EC-66BA-74D6E311098F}"/>
              </a:ext>
            </a:extLst>
          </p:cNvPr>
          <p:cNvSpPr/>
          <p:nvPr/>
        </p:nvSpPr>
        <p:spPr>
          <a:xfrm>
            <a:off x="8000554" y="3877994"/>
            <a:ext cx="1607210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담당자 배정</a:t>
            </a:r>
          </a:p>
        </p:txBody>
      </p:sp>
    </p:spTree>
    <p:extLst>
      <p:ext uri="{BB962C8B-B14F-4D97-AF65-F5344CB8AC3E}">
        <p14:creationId xmlns:p14="http://schemas.microsoft.com/office/powerpoint/2010/main" val="26089852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9B028-9F70-A74A-9189-205CA9B0F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B855BD9-A00E-DF50-C7E4-A743A06EED18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9100BA9-99B5-29F8-F8F9-739B49582345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팀원 스케쥴</a:t>
            </a:r>
            <a:r>
              <a:rPr lang="en-US" altLang="ko-KR" sz="2400" b="1" dirty="0"/>
              <a:t>)- </a:t>
            </a:r>
            <a:r>
              <a:rPr lang="ko-KR" altLang="en-US" sz="2400" b="1" dirty="0" err="1"/>
              <a:t>확인팀</a:t>
            </a:r>
            <a:r>
              <a:rPr lang="ko-KR" altLang="en-US" sz="2400" b="1" dirty="0"/>
              <a:t> 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DA91C8C-6C4B-35E6-4F7B-1EB7039066DF}"/>
              </a:ext>
            </a:extLst>
          </p:cNvPr>
          <p:cNvSpPr/>
          <p:nvPr/>
        </p:nvSpPr>
        <p:spPr>
          <a:xfrm>
            <a:off x="941890" y="1446835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04EC335-72CD-E2E6-2933-46DA7669C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104190"/>
              </p:ext>
            </p:extLst>
          </p:nvPr>
        </p:nvGraphicFramePr>
        <p:xfrm>
          <a:off x="1418140" y="2844422"/>
          <a:ext cx="8795536" cy="3389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8884">
                  <a:extLst>
                    <a:ext uri="{9D8B030D-6E8A-4147-A177-3AD203B41FA5}">
                      <a16:colId xmlns:a16="http://schemas.microsoft.com/office/drawing/2014/main" val="874481550"/>
                    </a:ext>
                  </a:extLst>
                </a:gridCol>
                <a:gridCol w="2198884">
                  <a:extLst>
                    <a:ext uri="{9D8B030D-6E8A-4147-A177-3AD203B41FA5}">
                      <a16:colId xmlns:a16="http://schemas.microsoft.com/office/drawing/2014/main" val="54564901"/>
                    </a:ext>
                  </a:extLst>
                </a:gridCol>
                <a:gridCol w="1630641">
                  <a:extLst>
                    <a:ext uri="{9D8B030D-6E8A-4147-A177-3AD203B41FA5}">
                      <a16:colId xmlns:a16="http://schemas.microsoft.com/office/drawing/2014/main" val="3626162120"/>
                    </a:ext>
                  </a:extLst>
                </a:gridCol>
                <a:gridCol w="2767127">
                  <a:extLst>
                    <a:ext uri="{9D8B030D-6E8A-4147-A177-3AD203B41FA5}">
                      <a16:colId xmlns:a16="http://schemas.microsoft.com/office/drawing/2014/main" val="843265500"/>
                    </a:ext>
                  </a:extLst>
                </a:gridCol>
              </a:tblGrid>
              <a:tr h="5497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확인 팀원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점검대상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/>
                        <a:t>점검자</a:t>
                      </a:r>
                      <a:r>
                        <a:rPr lang="ko-KR" altLang="en-US" dirty="0"/>
                        <a:t>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다음 점검 확인일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330147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</a:t>
                      </a:r>
                      <a:r>
                        <a:rPr lang="ko-KR" altLang="en-US" dirty="0"/>
                        <a:t>점검대상 이름의 다음 점검일</a:t>
                      </a:r>
                      <a:r>
                        <a:rPr lang="en-US" altLang="ko-KR" dirty="0"/>
                        <a:t>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3461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최신순 정렬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5650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305794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374485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35044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7AADA05-45FC-17CF-B278-2737E9647242}"/>
              </a:ext>
            </a:extLst>
          </p:cNvPr>
          <p:cNvSpPr/>
          <p:nvPr/>
        </p:nvSpPr>
        <p:spPr>
          <a:xfrm>
            <a:off x="4224388" y="1446835"/>
            <a:ext cx="3183038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[</a:t>
            </a:r>
            <a:r>
              <a:rPr lang="ko-KR" altLang="en-US" sz="2000" b="1" dirty="0"/>
              <a:t>점검종류</a:t>
            </a:r>
            <a:r>
              <a:rPr lang="en-US" altLang="ko-KR" sz="2000" b="1" dirty="0"/>
              <a:t>] </a:t>
            </a:r>
            <a:r>
              <a:rPr lang="ko-KR" altLang="en-US" sz="2000" b="1" dirty="0"/>
              <a:t>스케쥴 확인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B18F7C2-5229-DC9C-4D5C-8CFF9A4B6B99}"/>
              </a:ext>
            </a:extLst>
          </p:cNvPr>
          <p:cNvSpPr/>
          <p:nvPr/>
        </p:nvSpPr>
        <p:spPr>
          <a:xfrm>
            <a:off x="1581716" y="2439837"/>
            <a:ext cx="2318716" cy="2425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팀원 이름 선택</a:t>
            </a:r>
            <a:r>
              <a:rPr lang="en-US" altLang="ko-KR" dirty="0">
                <a:solidFill>
                  <a:schemeClr val="tx1"/>
                </a:solidFill>
              </a:rPr>
              <a:t>-    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AD21469D-8BC6-DFA2-4FC7-484E7FCDFD75}"/>
              </a:ext>
            </a:extLst>
          </p:cNvPr>
          <p:cNvSpPr/>
          <p:nvPr/>
        </p:nvSpPr>
        <p:spPr>
          <a:xfrm rot="10800000">
            <a:off x="3606519" y="2510688"/>
            <a:ext cx="182336" cy="14788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C2855D2-567C-CE5C-3AE6-61AA2AE381C2}"/>
              </a:ext>
            </a:extLst>
          </p:cNvPr>
          <p:cNvSpPr/>
          <p:nvPr/>
        </p:nvSpPr>
        <p:spPr>
          <a:xfrm>
            <a:off x="4344316" y="2392510"/>
            <a:ext cx="2215068" cy="31994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점검대상 이름 검색</a:t>
            </a:r>
          </a:p>
        </p:txBody>
      </p:sp>
    </p:spTree>
    <p:extLst>
      <p:ext uri="{BB962C8B-B14F-4D97-AF65-F5344CB8AC3E}">
        <p14:creationId xmlns:p14="http://schemas.microsoft.com/office/powerpoint/2010/main" val="15623020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16BC3-B7CB-1BCE-01FD-3665D0133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49EB884-7EAF-28AC-2097-ED7E5AB792CD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C6C63AA-AFBA-C06A-49E8-BB8177F7BBC1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점검확인결과</a:t>
            </a:r>
            <a:r>
              <a:rPr lang="en-US" altLang="ko-KR" sz="2400" b="1" dirty="0"/>
              <a:t>)- </a:t>
            </a:r>
            <a:r>
              <a:rPr lang="ko-KR" altLang="en-US" sz="2400" b="1" dirty="0"/>
              <a:t>점검확인팀장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6D77C1-0EF8-289F-B20D-0F6E9DD6C1D8}"/>
              </a:ext>
            </a:extLst>
          </p:cNvPr>
          <p:cNvSpPr/>
          <p:nvPr/>
        </p:nvSpPr>
        <p:spPr>
          <a:xfrm>
            <a:off x="941890" y="1446835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13E147E-444E-1351-53F5-1DCC1FF6B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364151"/>
              </p:ext>
            </p:extLst>
          </p:nvPr>
        </p:nvGraphicFramePr>
        <p:xfrm>
          <a:off x="1418140" y="2835796"/>
          <a:ext cx="8906480" cy="3298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1296">
                  <a:extLst>
                    <a:ext uri="{9D8B030D-6E8A-4147-A177-3AD203B41FA5}">
                      <a16:colId xmlns:a16="http://schemas.microsoft.com/office/drawing/2014/main" val="4219628220"/>
                    </a:ext>
                  </a:extLst>
                </a:gridCol>
                <a:gridCol w="1781296">
                  <a:extLst>
                    <a:ext uri="{9D8B030D-6E8A-4147-A177-3AD203B41FA5}">
                      <a16:colId xmlns:a16="http://schemas.microsoft.com/office/drawing/2014/main" val="54564901"/>
                    </a:ext>
                  </a:extLst>
                </a:gridCol>
                <a:gridCol w="1781296">
                  <a:extLst>
                    <a:ext uri="{9D8B030D-6E8A-4147-A177-3AD203B41FA5}">
                      <a16:colId xmlns:a16="http://schemas.microsoft.com/office/drawing/2014/main" val="3626162120"/>
                    </a:ext>
                  </a:extLst>
                </a:gridCol>
                <a:gridCol w="1781296">
                  <a:extLst>
                    <a:ext uri="{9D8B030D-6E8A-4147-A177-3AD203B41FA5}">
                      <a16:colId xmlns:a16="http://schemas.microsoft.com/office/drawing/2014/main" val="843265500"/>
                    </a:ext>
                  </a:extLst>
                </a:gridCol>
                <a:gridCol w="1781296">
                  <a:extLst>
                    <a:ext uri="{9D8B030D-6E8A-4147-A177-3AD203B41FA5}">
                      <a16:colId xmlns:a16="http://schemas.microsoft.com/office/drawing/2014/main" val="191109877"/>
                    </a:ext>
                  </a:extLst>
                </a:gridCol>
              </a:tblGrid>
              <a:tr h="5497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팀원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대상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완료일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330147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최신순 정렬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재점검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3461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통과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5650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305794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374485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35044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E6276F80-4B27-9420-AE29-23461641ED8E}"/>
              </a:ext>
            </a:extLst>
          </p:cNvPr>
          <p:cNvSpPr/>
          <p:nvPr/>
        </p:nvSpPr>
        <p:spPr>
          <a:xfrm>
            <a:off x="4052094" y="1446835"/>
            <a:ext cx="3183038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점검확인결과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7DEB161-7B91-23B5-FC10-2C85ED6354C5}"/>
              </a:ext>
            </a:extLst>
          </p:cNvPr>
          <p:cNvSpPr/>
          <p:nvPr/>
        </p:nvSpPr>
        <p:spPr>
          <a:xfrm>
            <a:off x="1483745" y="2431211"/>
            <a:ext cx="2318716" cy="2425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팀원 이름 선택</a:t>
            </a:r>
            <a:r>
              <a:rPr lang="en-US" altLang="ko-KR" dirty="0">
                <a:solidFill>
                  <a:schemeClr val="tx1"/>
                </a:solidFill>
              </a:rPr>
              <a:t>-    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D0CA0FC8-0B34-A8C6-C293-90967503EAD1}"/>
              </a:ext>
            </a:extLst>
          </p:cNvPr>
          <p:cNvSpPr/>
          <p:nvPr/>
        </p:nvSpPr>
        <p:spPr>
          <a:xfrm rot="10800000">
            <a:off x="3549369" y="2490657"/>
            <a:ext cx="182336" cy="14788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8D0CE9-43F7-F675-D36C-07998F2392C4}"/>
              </a:ext>
            </a:extLst>
          </p:cNvPr>
          <p:cNvSpPr/>
          <p:nvPr/>
        </p:nvSpPr>
        <p:spPr>
          <a:xfrm>
            <a:off x="8587665" y="3481679"/>
            <a:ext cx="1607210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F20D064-7FDD-9337-BAEC-5AE8501F0D31}"/>
              </a:ext>
            </a:extLst>
          </p:cNvPr>
          <p:cNvSpPr/>
          <p:nvPr/>
        </p:nvSpPr>
        <p:spPr>
          <a:xfrm>
            <a:off x="10086054" y="2272183"/>
            <a:ext cx="3183038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페이지 크기보고 결정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8997EDB-FC63-98E9-FCBF-5DC2931427A6}"/>
              </a:ext>
            </a:extLst>
          </p:cNvPr>
          <p:cNvSpPr/>
          <p:nvPr/>
        </p:nvSpPr>
        <p:spPr>
          <a:xfrm>
            <a:off x="4225196" y="2430351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점검대상 검색</a:t>
            </a:r>
          </a:p>
        </p:txBody>
      </p:sp>
    </p:spTree>
    <p:extLst>
      <p:ext uri="{BB962C8B-B14F-4D97-AF65-F5344CB8AC3E}">
        <p14:creationId xmlns:p14="http://schemas.microsoft.com/office/powerpoint/2010/main" val="9126350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A85473-F937-C8BF-9E27-34E4B3493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마이페이지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7F8551-DB82-5541-04F4-076A30C12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점검 </a:t>
            </a:r>
            <a:r>
              <a:rPr lang="ko-KR" altLang="en-US" dirty="0" err="1"/>
              <a:t>확인팀원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25177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06583-2C00-057D-E6B6-6120F96A9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2DF3C62-47D6-291A-CE0F-F8BC74EF22EC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321986C-D544-A1A5-52E4-67CFDF5D10E6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내 스케쥴</a:t>
            </a:r>
            <a:r>
              <a:rPr lang="en-US" altLang="ko-KR" sz="2400" b="1" dirty="0"/>
              <a:t>)- </a:t>
            </a:r>
            <a:r>
              <a:rPr lang="ko-KR" altLang="en-US" sz="2400" b="1" dirty="0" err="1"/>
              <a:t>확인팀</a:t>
            </a:r>
            <a:r>
              <a:rPr lang="ko-KR" altLang="en-US" sz="2400" b="1" dirty="0"/>
              <a:t> 팀원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2A2D07-27F1-D6FC-4759-5D32383E94DE}"/>
              </a:ext>
            </a:extLst>
          </p:cNvPr>
          <p:cNvSpPr/>
          <p:nvPr/>
        </p:nvSpPr>
        <p:spPr>
          <a:xfrm>
            <a:off x="941890" y="1446835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F3EDAAD-71AE-3642-43C2-0C18B9D0D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779235"/>
              </p:ext>
            </p:extLst>
          </p:nvPr>
        </p:nvGraphicFramePr>
        <p:xfrm>
          <a:off x="1418140" y="2844422"/>
          <a:ext cx="8795535" cy="3298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845">
                  <a:extLst>
                    <a:ext uri="{9D8B030D-6E8A-4147-A177-3AD203B41FA5}">
                      <a16:colId xmlns:a16="http://schemas.microsoft.com/office/drawing/2014/main" val="54564901"/>
                    </a:ext>
                  </a:extLst>
                </a:gridCol>
                <a:gridCol w="2174188">
                  <a:extLst>
                    <a:ext uri="{9D8B030D-6E8A-4147-A177-3AD203B41FA5}">
                      <a16:colId xmlns:a16="http://schemas.microsoft.com/office/drawing/2014/main" val="3626162120"/>
                    </a:ext>
                  </a:extLst>
                </a:gridCol>
                <a:gridCol w="3689502">
                  <a:extLst>
                    <a:ext uri="{9D8B030D-6E8A-4147-A177-3AD203B41FA5}">
                      <a16:colId xmlns:a16="http://schemas.microsoft.com/office/drawing/2014/main" val="843265500"/>
                    </a:ext>
                  </a:extLst>
                </a:gridCol>
              </a:tblGrid>
              <a:tr h="5497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점검대상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/>
                        <a:t>점검자</a:t>
                      </a:r>
                      <a:r>
                        <a:rPr lang="ko-KR" altLang="en-US" dirty="0"/>
                        <a:t>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다음 점검 확인일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330147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</a:t>
                      </a:r>
                      <a:r>
                        <a:rPr lang="ko-KR" altLang="en-US" dirty="0"/>
                        <a:t>점검대상 이름의 다음 점검일</a:t>
                      </a:r>
                      <a:r>
                        <a:rPr lang="en-US" altLang="ko-KR" dirty="0"/>
                        <a:t>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3461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최신순 정렬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5650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305794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374485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35044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90B8F4A-E66D-FBB0-C524-A75E9ABAAC5E}"/>
              </a:ext>
            </a:extLst>
          </p:cNvPr>
          <p:cNvSpPr/>
          <p:nvPr/>
        </p:nvSpPr>
        <p:spPr>
          <a:xfrm>
            <a:off x="4224388" y="1446835"/>
            <a:ext cx="3183038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[</a:t>
            </a:r>
            <a:r>
              <a:rPr lang="ko-KR" altLang="en-US" sz="2000" b="1" dirty="0"/>
              <a:t>점검종류</a:t>
            </a:r>
            <a:r>
              <a:rPr lang="en-US" altLang="ko-KR" sz="2000" b="1" dirty="0"/>
              <a:t>] </a:t>
            </a:r>
            <a:r>
              <a:rPr lang="ko-KR" altLang="en-US" sz="2000" b="1" dirty="0"/>
              <a:t>스케쥴 확인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B115C5E-CCE3-8A28-DA00-3885CFCD4FB9}"/>
              </a:ext>
            </a:extLst>
          </p:cNvPr>
          <p:cNvSpPr/>
          <p:nvPr/>
        </p:nvSpPr>
        <p:spPr>
          <a:xfrm>
            <a:off x="1581716" y="2439837"/>
            <a:ext cx="2318716" cy="2425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점검 대상 선택</a:t>
            </a:r>
            <a:r>
              <a:rPr lang="en-US" altLang="ko-KR" dirty="0">
                <a:solidFill>
                  <a:schemeClr val="tx1"/>
                </a:solidFill>
              </a:rPr>
              <a:t>-    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FC9B681D-870B-0DE1-E7F8-6CC69861E1E2}"/>
              </a:ext>
            </a:extLst>
          </p:cNvPr>
          <p:cNvSpPr/>
          <p:nvPr/>
        </p:nvSpPr>
        <p:spPr>
          <a:xfrm rot="10800000">
            <a:off x="3606519" y="2510688"/>
            <a:ext cx="182336" cy="14788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8720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0A110A-71A8-CE8A-81B1-54CA499D5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마이페이지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8B7913-AC69-D6AB-DE34-E62CD0E04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모든 유저</a:t>
            </a:r>
          </a:p>
        </p:txBody>
      </p:sp>
    </p:spTree>
    <p:extLst>
      <p:ext uri="{BB962C8B-B14F-4D97-AF65-F5344CB8AC3E}">
        <p14:creationId xmlns:p14="http://schemas.microsoft.com/office/powerpoint/2010/main" val="31855017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F5179-79B2-B867-B30A-3A331D1B9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A7F445F-0583-1566-F339-90ADBC33D5BC}"/>
              </a:ext>
            </a:extLst>
          </p:cNvPr>
          <p:cNvSpPr/>
          <p:nvPr/>
        </p:nvSpPr>
        <p:spPr>
          <a:xfrm>
            <a:off x="710293" y="1146099"/>
            <a:ext cx="10295164" cy="56019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37F25E7-1C07-D48D-B78A-C2E59A584120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개인정보 수정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- ALL</a:t>
            </a:r>
            <a:endParaRPr lang="ko-KR" altLang="en-US" sz="24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C2F9C3-16D9-70F4-D204-1260792766B7}"/>
              </a:ext>
            </a:extLst>
          </p:cNvPr>
          <p:cNvSpPr/>
          <p:nvPr/>
        </p:nvSpPr>
        <p:spPr>
          <a:xfrm>
            <a:off x="828314" y="1296157"/>
            <a:ext cx="10063463" cy="53114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ECADB17-AB60-B6AB-B597-620A93E356E5}"/>
              </a:ext>
            </a:extLst>
          </p:cNvPr>
          <p:cNvSpPr/>
          <p:nvPr/>
        </p:nvSpPr>
        <p:spPr>
          <a:xfrm>
            <a:off x="6353584" y="3023306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1784DD3-502E-806F-E940-EEAEE3526196}"/>
              </a:ext>
            </a:extLst>
          </p:cNvPr>
          <p:cNvSpPr/>
          <p:nvPr/>
        </p:nvSpPr>
        <p:spPr>
          <a:xfrm>
            <a:off x="6354568" y="4470032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200F646-5191-E014-13F9-9C8E207FC21E}"/>
              </a:ext>
            </a:extLst>
          </p:cNvPr>
          <p:cNvSpPr/>
          <p:nvPr/>
        </p:nvSpPr>
        <p:spPr>
          <a:xfrm>
            <a:off x="6354567" y="4898970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A0D7834-4026-7973-86A3-686D34F0DBDB}"/>
              </a:ext>
            </a:extLst>
          </p:cNvPr>
          <p:cNvSpPr/>
          <p:nvPr/>
        </p:nvSpPr>
        <p:spPr>
          <a:xfrm>
            <a:off x="6354570" y="3549271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75E4AF2-02FD-BEF5-8C44-9E2C63F5DFBB}"/>
              </a:ext>
            </a:extLst>
          </p:cNvPr>
          <p:cNvSpPr/>
          <p:nvPr/>
        </p:nvSpPr>
        <p:spPr>
          <a:xfrm>
            <a:off x="6354569" y="3989838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46D50B-8431-A02E-579C-D3ADC34B376A}"/>
              </a:ext>
            </a:extLst>
          </p:cNvPr>
          <p:cNvSpPr txBox="1"/>
          <p:nvPr/>
        </p:nvSpPr>
        <p:spPr>
          <a:xfrm>
            <a:off x="5710553" y="2937510"/>
            <a:ext cx="542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ID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AD7245-91FF-C6BD-C580-AFC022FB200B}"/>
              </a:ext>
            </a:extLst>
          </p:cNvPr>
          <p:cNvSpPr txBox="1"/>
          <p:nvPr/>
        </p:nvSpPr>
        <p:spPr>
          <a:xfrm>
            <a:off x="5605383" y="3477949"/>
            <a:ext cx="710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PW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5672BC-F0E2-3542-F852-FEDC575A8B32}"/>
              </a:ext>
            </a:extLst>
          </p:cNvPr>
          <p:cNvSpPr txBox="1"/>
          <p:nvPr/>
        </p:nvSpPr>
        <p:spPr>
          <a:xfrm>
            <a:off x="5585976" y="3962347"/>
            <a:ext cx="85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74BA7F-CE55-8B86-88D3-B523CBCD1334}"/>
              </a:ext>
            </a:extLst>
          </p:cNvPr>
          <p:cNvSpPr txBox="1"/>
          <p:nvPr/>
        </p:nvSpPr>
        <p:spPr>
          <a:xfrm>
            <a:off x="5220278" y="5261451"/>
            <a:ext cx="1153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전화번호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FD796D-E7CC-79E6-EE0D-55320ED828B5}"/>
              </a:ext>
            </a:extLst>
          </p:cNvPr>
          <p:cNvSpPr txBox="1"/>
          <p:nvPr/>
        </p:nvSpPr>
        <p:spPr>
          <a:xfrm>
            <a:off x="5489232" y="4860271"/>
            <a:ext cx="658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직책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B8C597-B4D2-FBDE-ABA9-C1F88283F0C2}"/>
              </a:ext>
            </a:extLst>
          </p:cNvPr>
          <p:cNvSpPr txBox="1"/>
          <p:nvPr/>
        </p:nvSpPr>
        <p:spPr>
          <a:xfrm>
            <a:off x="2639565" y="2683313"/>
            <a:ext cx="85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3224FEF-7D3F-9630-A518-A79B46CE2F39}"/>
              </a:ext>
            </a:extLst>
          </p:cNvPr>
          <p:cNvSpPr/>
          <p:nvPr/>
        </p:nvSpPr>
        <p:spPr>
          <a:xfrm>
            <a:off x="9532103" y="5711901"/>
            <a:ext cx="944343" cy="485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저장</a:t>
            </a:r>
          </a:p>
        </p:txBody>
      </p:sp>
      <p:pic>
        <p:nvPicPr>
          <p:cNvPr id="21" name="그래픽 20" descr="사용자 단색으로 채워진">
            <a:extLst>
              <a:ext uri="{FF2B5EF4-FFF2-40B4-BE49-F238E27FC236}">
                <a16:creationId xmlns:a16="http://schemas.microsoft.com/office/drawing/2014/main" id="{0195B277-C556-797D-9B6F-79D516C16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85587" y="3374249"/>
            <a:ext cx="1158180" cy="1158180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D5EFCC2D-0B79-5DD9-742F-3E3AC7A567CE}"/>
              </a:ext>
            </a:extLst>
          </p:cNvPr>
          <p:cNvSpPr/>
          <p:nvPr/>
        </p:nvSpPr>
        <p:spPr>
          <a:xfrm>
            <a:off x="2506376" y="3127674"/>
            <a:ext cx="1118960" cy="1439213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21DC45C-3062-9CC1-1734-18C46429C609}"/>
              </a:ext>
            </a:extLst>
          </p:cNvPr>
          <p:cNvSpPr/>
          <p:nvPr/>
        </p:nvSpPr>
        <p:spPr>
          <a:xfrm>
            <a:off x="2639565" y="4830784"/>
            <a:ext cx="868979" cy="4048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변경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AA0BFC0-068D-054C-01FC-CE1E9D41B259}"/>
              </a:ext>
            </a:extLst>
          </p:cNvPr>
          <p:cNvSpPr/>
          <p:nvPr/>
        </p:nvSpPr>
        <p:spPr>
          <a:xfrm>
            <a:off x="6353585" y="5317523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변경 </a:t>
            </a:r>
            <a:r>
              <a:rPr lang="en-US" altLang="ko-KR" dirty="0">
                <a:solidFill>
                  <a:schemeClr val="tx1"/>
                </a:solidFill>
              </a:rPr>
              <a:t>O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16F6D4-6F53-226F-27A2-39C65409B906}"/>
              </a:ext>
            </a:extLst>
          </p:cNvPr>
          <p:cNvSpPr txBox="1"/>
          <p:nvPr/>
        </p:nvSpPr>
        <p:spPr>
          <a:xfrm>
            <a:off x="5516299" y="4424076"/>
            <a:ext cx="658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부서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299C8E3-07A8-67AF-CCFC-D8BB287664BB}"/>
              </a:ext>
            </a:extLst>
          </p:cNvPr>
          <p:cNvSpPr/>
          <p:nvPr/>
        </p:nvSpPr>
        <p:spPr>
          <a:xfrm>
            <a:off x="4347462" y="1535296"/>
            <a:ext cx="2337673" cy="690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내 정보</a:t>
            </a:r>
          </a:p>
        </p:txBody>
      </p:sp>
    </p:spTree>
    <p:extLst>
      <p:ext uri="{BB962C8B-B14F-4D97-AF65-F5344CB8AC3E}">
        <p14:creationId xmlns:p14="http://schemas.microsoft.com/office/powerpoint/2010/main" val="21894210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15858C-722B-BDC7-4FAC-C2E6E160D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점검현황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E2A9D2-67B7-04DD-C63E-7666DD351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각 </a:t>
            </a:r>
            <a:r>
              <a:rPr lang="ko-KR" altLang="en-US" dirty="0" err="1"/>
              <a:t>점검팀</a:t>
            </a:r>
            <a:r>
              <a:rPr lang="ko-KR" altLang="en-US" dirty="0"/>
              <a:t> 팀장</a:t>
            </a:r>
          </a:p>
        </p:txBody>
      </p:sp>
    </p:spTree>
    <p:extLst>
      <p:ext uri="{BB962C8B-B14F-4D97-AF65-F5344CB8AC3E}">
        <p14:creationId xmlns:p14="http://schemas.microsoft.com/office/powerpoint/2010/main" val="8081376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79C9-B482-F254-C3E7-22FC5F2CF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E465FD2-5CCE-440F-93CF-D3CB609447C6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A6A0A2-B202-FA3B-F4BA-4F537E2C3FAB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점검 현황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팀원 전체 스케쥴</a:t>
            </a:r>
            <a:r>
              <a:rPr lang="en-US" altLang="ko-KR" sz="2400" b="1" dirty="0"/>
              <a:t>) – </a:t>
            </a:r>
            <a:r>
              <a:rPr lang="ko-KR" altLang="en-US" sz="2400" b="1" dirty="0"/>
              <a:t>각</a:t>
            </a:r>
            <a:r>
              <a:rPr lang="en-US" altLang="ko-KR" sz="2400" b="1" dirty="0"/>
              <a:t> </a:t>
            </a:r>
            <a:r>
              <a:rPr lang="ko-KR" altLang="en-US" sz="2400" b="1" dirty="0" err="1"/>
              <a:t>점검팀</a:t>
            </a:r>
            <a:r>
              <a:rPr lang="ko-KR" altLang="en-US" sz="2400" b="1" dirty="0"/>
              <a:t> 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92A4CCC-4AD9-AF02-A72D-81DBC592F9AF}"/>
              </a:ext>
            </a:extLst>
          </p:cNvPr>
          <p:cNvSpPr/>
          <p:nvPr/>
        </p:nvSpPr>
        <p:spPr>
          <a:xfrm>
            <a:off x="1015368" y="1451452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5D90175-DD41-E63E-8D13-4E6634B1A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064856"/>
              </p:ext>
            </p:extLst>
          </p:nvPr>
        </p:nvGraphicFramePr>
        <p:xfrm>
          <a:off x="1344660" y="4822101"/>
          <a:ext cx="8906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6620">
                  <a:extLst>
                    <a:ext uri="{9D8B030D-6E8A-4147-A177-3AD203B41FA5}">
                      <a16:colId xmlns:a16="http://schemas.microsoft.com/office/drawing/2014/main" val="54564901"/>
                    </a:ext>
                  </a:extLst>
                </a:gridCol>
                <a:gridCol w="2226620">
                  <a:extLst>
                    <a:ext uri="{9D8B030D-6E8A-4147-A177-3AD203B41FA5}">
                      <a16:colId xmlns:a16="http://schemas.microsoft.com/office/drawing/2014/main" val="3626162120"/>
                    </a:ext>
                  </a:extLst>
                </a:gridCol>
                <a:gridCol w="2226620">
                  <a:extLst>
                    <a:ext uri="{9D8B030D-6E8A-4147-A177-3AD203B41FA5}">
                      <a16:colId xmlns:a16="http://schemas.microsoft.com/office/drawing/2014/main" val="843265500"/>
                    </a:ext>
                  </a:extLst>
                </a:gridCol>
                <a:gridCol w="2226620">
                  <a:extLst>
                    <a:ext uri="{9D8B030D-6E8A-4147-A177-3AD203B41FA5}">
                      <a16:colId xmlns:a16="http://schemas.microsoft.com/office/drawing/2014/main" val="1418171940"/>
                    </a:ext>
                  </a:extLst>
                </a:gridCol>
              </a:tblGrid>
              <a:tr h="2862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팀원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대상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330147"/>
                  </a:ext>
                </a:extLst>
              </a:tr>
              <a:tr h="2862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/>
                        <a:t>김아무개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/>
                        <a:t>후룸라이드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/>
                        <a:t>점검전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34611"/>
                  </a:ext>
                </a:extLst>
              </a:tr>
              <a:tr h="28628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56501"/>
                  </a:ext>
                </a:extLst>
              </a:tr>
              <a:tr h="28628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30579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6847304-5752-7A47-3AD9-B275A4AC6E65}"/>
              </a:ext>
            </a:extLst>
          </p:cNvPr>
          <p:cNvSpPr/>
          <p:nvPr/>
        </p:nvSpPr>
        <p:spPr>
          <a:xfrm>
            <a:off x="7595475" y="1683069"/>
            <a:ext cx="2655665" cy="582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OOO</a:t>
            </a:r>
            <a:r>
              <a:rPr lang="ko-KR" altLang="en-US" sz="2000" b="1" dirty="0"/>
              <a:t>팀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점검 현황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33BAD88-1852-2A3C-503F-9EF3444D3C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475403"/>
              </p:ext>
            </p:extLst>
          </p:nvPr>
        </p:nvGraphicFramePr>
        <p:xfrm>
          <a:off x="1344662" y="2999240"/>
          <a:ext cx="89064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1296">
                  <a:extLst>
                    <a:ext uri="{9D8B030D-6E8A-4147-A177-3AD203B41FA5}">
                      <a16:colId xmlns:a16="http://schemas.microsoft.com/office/drawing/2014/main" val="54564901"/>
                    </a:ext>
                  </a:extLst>
                </a:gridCol>
                <a:gridCol w="1781296">
                  <a:extLst>
                    <a:ext uri="{9D8B030D-6E8A-4147-A177-3AD203B41FA5}">
                      <a16:colId xmlns:a16="http://schemas.microsoft.com/office/drawing/2014/main" val="3626162120"/>
                    </a:ext>
                  </a:extLst>
                </a:gridCol>
                <a:gridCol w="1781296">
                  <a:extLst>
                    <a:ext uri="{9D8B030D-6E8A-4147-A177-3AD203B41FA5}">
                      <a16:colId xmlns:a16="http://schemas.microsoft.com/office/drawing/2014/main" val="843265500"/>
                    </a:ext>
                  </a:extLst>
                </a:gridCol>
                <a:gridCol w="1781296">
                  <a:extLst>
                    <a:ext uri="{9D8B030D-6E8A-4147-A177-3AD203B41FA5}">
                      <a16:colId xmlns:a16="http://schemas.microsoft.com/office/drawing/2014/main" val="726019925"/>
                    </a:ext>
                  </a:extLst>
                </a:gridCol>
                <a:gridCol w="1781296">
                  <a:extLst>
                    <a:ext uri="{9D8B030D-6E8A-4147-A177-3AD203B41FA5}">
                      <a16:colId xmlns:a16="http://schemas.microsoft.com/office/drawing/2014/main" val="1818112223"/>
                    </a:ext>
                  </a:extLst>
                </a:gridCol>
              </a:tblGrid>
              <a:tr h="2862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팀원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점검대상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특이사항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330147"/>
                  </a:ext>
                </a:extLst>
              </a:tr>
              <a:tr h="28628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34611"/>
                  </a:ext>
                </a:extLst>
              </a:tr>
              <a:tr h="2862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56501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77EAF287-23D8-1ACD-EDFC-4A2FCD8012FE}"/>
              </a:ext>
            </a:extLst>
          </p:cNvPr>
          <p:cNvSpPr/>
          <p:nvPr/>
        </p:nvSpPr>
        <p:spPr>
          <a:xfrm>
            <a:off x="1469571" y="2555421"/>
            <a:ext cx="914400" cy="287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긴급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FEA44B0-A0F9-69BF-3263-982E34D81C73}"/>
              </a:ext>
            </a:extLst>
          </p:cNvPr>
          <p:cNvSpPr/>
          <p:nvPr/>
        </p:nvSpPr>
        <p:spPr>
          <a:xfrm>
            <a:off x="1469571" y="4350072"/>
            <a:ext cx="914400" cy="287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일반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287770-1365-D658-C174-1839396FB4F0}"/>
              </a:ext>
            </a:extLst>
          </p:cNvPr>
          <p:cNvSpPr/>
          <p:nvPr/>
        </p:nvSpPr>
        <p:spPr>
          <a:xfrm>
            <a:off x="1344662" y="1683070"/>
            <a:ext cx="2655665" cy="582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2025.01.16</a:t>
            </a:r>
            <a:endParaRPr lang="ko-KR" altLang="en-US" sz="2000" b="1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6753DE1-BA5F-901C-3FDD-71029899D2B8}"/>
              </a:ext>
            </a:extLst>
          </p:cNvPr>
          <p:cNvSpPr/>
          <p:nvPr/>
        </p:nvSpPr>
        <p:spPr>
          <a:xfrm>
            <a:off x="8797436" y="3356051"/>
            <a:ext cx="9434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조회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932E352-C075-31AB-9C0D-54B89129A861}"/>
              </a:ext>
            </a:extLst>
          </p:cNvPr>
          <p:cNvSpPr/>
          <p:nvPr/>
        </p:nvSpPr>
        <p:spPr>
          <a:xfrm>
            <a:off x="8797436" y="3789122"/>
            <a:ext cx="9434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/>
              <a:t>조회</a:t>
            </a:r>
            <a:endParaRPr lang="ko-KR" altLang="en-US" b="1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3EFAFA4-F585-E0EC-F274-3750D6A32B41}"/>
              </a:ext>
            </a:extLst>
          </p:cNvPr>
          <p:cNvSpPr/>
          <p:nvPr/>
        </p:nvSpPr>
        <p:spPr>
          <a:xfrm>
            <a:off x="8674971" y="5174931"/>
            <a:ext cx="9434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조회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7195671-8060-1ABE-167E-0AB813C5F394}"/>
              </a:ext>
            </a:extLst>
          </p:cNvPr>
          <p:cNvSpPr/>
          <p:nvPr/>
        </p:nvSpPr>
        <p:spPr>
          <a:xfrm>
            <a:off x="8674971" y="5608002"/>
            <a:ext cx="9434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/>
              <a:t>조회</a:t>
            </a:r>
            <a:endParaRPr lang="ko-KR" altLang="en-US" b="1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9D5A978-7150-8009-B3A9-E9E007C4EE81}"/>
              </a:ext>
            </a:extLst>
          </p:cNvPr>
          <p:cNvSpPr/>
          <p:nvPr/>
        </p:nvSpPr>
        <p:spPr>
          <a:xfrm>
            <a:off x="9919635" y="3338472"/>
            <a:ext cx="156207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err="1"/>
              <a:t>점검자</a:t>
            </a:r>
            <a:r>
              <a:rPr lang="ko-KR" altLang="en-US" b="1" dirty="0"/>
              <a:t> 변경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552E774-B62C-B882-4410-C8080C5C22B1}"/>
              </a:ext>
            </a:extLst>
          </p:cNvPr>
          <p:cNvSpPr/>
          <p:nvPr/>
        </p:nvSpPr>
        <p:spPr>
          <a:xfrm>
            <a:off x="9919635" y="3907174"/>
            <a:ext cx="156207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err="1"/>
              <a:t>점검자</a:t>
            </a:r>
            <a:r>
              <a:rPr lang="ko-KR" altLang="en-US" b="1" dirty="0"/>
              <a:t> 변경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7F8157B-33FA-9EF1-6482-7FF6E3A7AE57}"/>
              </a:ext>
            </a:extLst>
          </p:cNvPr>
          <p:cNvSpPr/>
          <p:nvPr/>
        </p:nvSpPr>
        <p:spPr>
          <a:xfrm>
            <a:off x="9876092" y="5041687"/>
            <a:ext cx="156207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err="1"/>
              <a:t>점검자</a:t>
            </a:r>
            <a:r>
              <a:rPr lang="ko-KR" altLang="en-US" b="1" dirty="0"/>
              <a:t> 변경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3563A02-C78A-62C0-39F7-1C3A403C456A}"/>
              </a:ext>
            </a:extLst>
          </p:cNvPr>
          <p:cNvSpPr/>
          <p:nvPr/>
        </p:nvSpPr>
        <p:spPr>
          <a:xfrm>
            <a:off x="10066302" y="5644308"/>
            <a:ext cx="156207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err="1"/>
              <a:t>점검자</a:t>
            </a:r>
            <a:r>
              <a:rPr lang="ko-KR" altLang="en-US" b="1" dirty="0"/>
              <a:t> 변경</a:t>
            </a:r>
          </a:p>
        </p:txBody>
      </p:sp>
    </p:spTree>
    <p:extLst>
      <p:ext uri="{BB962C8B-B14F-4D97-AF65-F5344CB8AC3E}">
        <p14:creationId xmlns:p14="http://schemas.microsoft.com/office/powerpoint/2010/main" val="1355186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A2A4B-6384-7387-3E1D-385B93122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7A7EEAD-EE7F-25CC-FB28-A10BF254D9F8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37DF73-5325-C69A-842A-6A245BB3200A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점검 현황</a:t>
            </a:r>
            <a:r>
              <a:rPr lang="en-US" altLang="ko-KR" sz="2400" b="1" dirty="0"/>
              <a:t>(</a:t>
            </a:r>
            <a:r>
              <a:rPr lang="ko-KR" altLang="en-US" sz="2400" b="1" dirty="0" err="1"/>
              <a:t>점검팀원</a:t>
            </a:r>
            <a:r>
              <a:rPr lang="ko-KR" altLang="en-US" sz="2400" b="1" dirty="0"/>
              <a:t> 전체 스케쥴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-&gt;</a:t>
            </a:r>
            <a:r>
              <a:rPr lang="ko-KR" altLang="en-US" sz="2400" b="1" dirty="0"/>
              <a:t> 점검 결과 조회</a:t>
            </a:r>
            <a:r>
              <a:rPr lang="en-US" altLang="ko-KR" sz="2400" b="1" dirty="0"/>
              <a:t> - </a:t>
            </a:r>
            <a:r>
              <a:rPr lang="ko-KR" altLang="en-US" sz="2400" b="1" dirty="0"/>
              <a:t>점검팀장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7E844D-5063-85EB-8823-2F99C272A112}"/>
              </a:ext>
            </a:extLst>
          </p:cNvPr>
          <p:cNvSpPr/>
          <p:nvPr/>
        </p:nvSpPr>
        <p:spPr>
          <a:xfrm>
            <a:off x="842146" y="1377714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6673365-B2F7-72F1-1462-50B3721DAB45}"/>
              </a:ext>
            </a:extLst>
          </p:cNvPr>
          <p:cNvSpPr/>
          <p:nvPr/>
        </p:nvSpPr>
        <p:spPr>
          <a:xfrm>
            <a:off x="3183686" y="1603220"/>
            <a:ext cx="5348377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[</a:t>
            </a:r>
            <a:r>
              <a:rPr lang="ko-KR" altLang="en-US" sz="2000" b="1" dirty="0"/>
              <a:t>점검 대상 이름</a:t>
            </a:r>
            <a:r>
              <a:rPr lang="en-US" altLang="ko-KR" sz="2000" b="1" dirty="0"/>
              <a:t>]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- </a:t>
            </a:r>
            <a:r>
              <a:rPr lang="ko-KR" altLang="en-US" sz="2000" b="1" dirty="0"/>
              <a:t>점검 결과 조회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E8FE2E6-BAB5-EB1A-3F2A-D5E15872C2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846413"/>
              </p:ext>
            </p:extLst>
          </p:nvPr>
        </p:nvGraphicFramePr>
        <p:xfrm>
          <a:off x="1858273" y="3143460"/>
          <a:ext cx="7799715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943">
                  <a:extLst>
                    <a:ext uri="{9D8B030D-6E8A-4147-A177-3AD203B41FA5}">
                      <a16:colId xmlns:a16="http://schemas.microsoft.com/office/drawing/2014/main" val="467393083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548179547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568048767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349458890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6048936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점검 내용 및 기준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사진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업로드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기준 통과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특이사항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632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(O/X)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892495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03AEB58F-6A17-BA2D-42CA-99F610D72B2B}"/>
              </a:ext>
            </a:extLst>
          </p:cNvPr>
          <p:cNvSpPr/>
          <p:nvPr/>
        </p:nvSpPr>
        <p:spPr>
          <a:xfrm>
            <a:off x="9359575" y="5651517"/>
            <a:ext cx="944343" cy="485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Back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D30632-2792-9BD2-45ED-2B20E1591F96}"/>
              </a:ext>
            </a:extLst>
          </p:cNvPr>
          <p:cNvSpPr/>
          <p:nvPr/>
        </p:nvSpPr>
        <p:spPr>
          <a:xfrm>
            <a:off x="1858273" y="2418611"/>
            <a:ext cx="1263192" cy="597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[</a:t>
            </a:r>
            <a:r>
              <a:rPr lang="ko-KR" altLang="en-US" sz="2000" b="1" dirty="0"/>
              <a:t>분류</a:t>
            </a:r>
            <a:r>
              <a:rPr lang="en-US" altLang="ko-KR" sz="2000" b="1" dirty="0"/>
              <a:t>]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7914012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8264B-C9E2-3B29-4C86-9A27C8CE0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BB02AF-9695-722D-B332-FB61A6B5F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점검현황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DE5D42-1BF0-BFCB-927B-B28DAC3E9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각 </a:t>
            </a:r>
            <a:r>
              <a:rPr lang="ko-KR" altLang="en-US" dirty="0" err="1"/>
              <a:t>점검팀</a:t>
            </a:r>
            <a:r>
              <a:rPr lang="ko-KR" altLang="en-US" dirty="0"/>
              <a:t> 팀원</a:t>
            </a:r>
          </a:p>
        </p:txBody>
      </p:sp>
    </p:spTree>
    <p:extLst>
      <p:ext uri="{BB962C8B-B14F-4D97-AF65-F5344CB8AC3E}">
        <p14:creationId xmlns:p14="http://schemas.microsoft.com/office/powerpoint/2010/main" val="12227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5E6FB-AABD-6D96-B259-82834A271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091BBF1-14FC-DF4D-9AC4-BFA2678FEAFA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93E6B6-1E14-F26A-9EDA-C78C9CF40805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점검 현황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내 스케쥴</a:t>
            </a:r>
            <a:r>
              <a:rPr lang="en-US" altLang="ko-KR" sz="2400" b="1" dirty="0"/>
              <a:t>) – </a:t>
            </a:r>
            <a:r>
              <a:rPr lang="ko-KR" altLang="en-US" sz="2400" b="1" dirty="0"/>
              <a:t>팀원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DE5E92-D9F6-B063-56FB-85B2AF95AEE4}"/>
              </a:ext>
            </a:extLst>
          </p:cNvPr>
          <p:cNvSpPr/>
          <p:nvPr/>
        </p:nvSpPr>
        <p:spPr>
          <a:xfrm>
            <a:off x="1015368" y="1492274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6DA6ED-0C83-06EA-BF0A-551F4412A477}"/>
              </a:ext>
            </a:extLst>
          </p:cNvPr>
          <p:cNvSpPr/>
          <p:nvPr/>
        </p:nvSpPr>
        <p:spPr>
          <a:xfrm>
            <a:off x="7772400" y="1712190"/>
            <a:ext cx="2547752" cy="582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OOO</a:t>
            </a:r>
            <a:r>
              <a:rPr lang="ko-KR" altLang="en-US" sz="2000" b="1" dirty="0"/>
              <a:t>님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점검 현황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DD4019E-0A7C-F5C9-2298-057E96919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879918"/>
              </p:ext>
            </p:extLst>
          </p:nvPr>
        </p:nvGraphicFramePr>
        <p:xfrm>
          <a:off x="1469571" y="3035533"/>
          <a:ext cx="89064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6620">
                  <a:extLst>
                    <a:ext uri="{9D8B030D-6E8A-4147-A177-3AD203B41FA5}">
                      <a16:colId xmlns:a16="http://schemas.microsoft.com/office/drawing/2014/main" val="3626162120"/>
                    </a:ext>
                  </a:extLst>
                </a:gridCol>
                <a:gridCol w="2226620">
                  <a:extLst>
                    <a:ext uri="{9D8B030D-6E8A-4147-A177-3AD203B41FA5}">
                      <a16:colId xmlns:a16="http://schemas.microsoft.com/office/drawing/2014/main" val="843265500"/>
                    </a:ext>
                  </a:extLst>
                </a:gridCol>
                <a:gridCol w="2226620">
                  <a:extLst>
                    <a:ext uri="{9D8B030D-6E8A-4147-A177-3AD203B41FA5}">
                      <a16:colId xmlns:a16="http://schemas.microsoft.com/office/drawing/2014/main" val="804302804"/>
                    </a:ext>
                  </a:extLst>
                </a:gridCol>
                <a:gridCol w="2226620">
                  <a:extLst>
                    <a:ext uri="{9D8B030D-6E8A-4147-A177-3AD203B41FA5}">
                      <a16:colId xmlns:a16="http://schemas.microsoft.com/office/drawing/2014/main" val="3907990663"/>
                    </a:ext>
                  </a:extLst>
                </a:gridCol>
              </a:tblGrid>
              <a:tr h="2862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점검대상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특이사항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결과 등록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330147"/>
                  </a:ext>
                </a:extLst>
              </a:tr>
              <a:tr h="2862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후룸라이드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34611"/>
                  </a:ext>
                </a:extLst>
              </a:tr>
              <a:tr h="286283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56501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4D8E0325-E0FC-F1D9-3520-323327C02040}"/>
              </a:ext>
            </a:extLst>
          </p:cNvPr>
          <p:cNvSpPr/>
          <p:nvPr/>
        </p:nvSpPr>
        <p:spPr>
          <a:xfrm>
            <a:off x="1469571" y="2665796"/>
            <a:ext cx="914400" cy="287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긴급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3A769F7-1FAD-05CD-744A-CB413C537440}"/>
              </a:ext>
            </a:extLst>
          </p:cNvPr>
          <p:cNvSpPr/>
          <p:nvPr/>
        </p:nvSpPr>
        <p:spPr>
          <a:xfrm>
            <a:off x="1469571" y="4554315"/>
            <a:ext cx="914400" cy="287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일반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AD4BE7-4A02-1BFA-1352-6C93E64E1879}"/>
              </a:ext>
            </a:extLst>
          </p:cNvPr>
          <p:cNvSpPr/>
          <p:nvPr/>
        </p:nvSpPr>
        <p:spPr>
          <a:xfrm>
            <a:off x="1344662" y="1683070"/>
            <a:ext cx="2655665" cy="582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2025.01.16</a:t>
            </a:r>
            <a:endParaRPr lang="ko-KR" altLang="en-US" sz="2000" b="1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0AE04F3-9D34-5CFE-7C8B-5ADE027EC92C}"/>
              </a:ext>
            </a:extLst>
          </p:cNvPr>
          <p:cNvSpPr/>
          <p:nvPr/>
        </p:nvSpPr>
        <p:spPr>
          <a:xfrm>
            <a:off x="8285497" y="3465294"/>
            <a:ext cx="1311215" cy="225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결과 등록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B0637EC-F875-4598-4519-6E2CE3A65FCE}"/>
              </a:ext>
            </a:extLst>
          </p:cNvPr>
          <p:cNvSpPr/>
          <p:nvPr/>
        </p:nvSpPr>
        <p:spPr>
          <a:xfrm>
            <a:off x="8285496" y="3820414"/>
            <a:ext cx="1311215" cy="225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결과 수정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DCA2CBCF-D227-2990-718D-A68017BF24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755293"/>
              </p:ext>
            </p:extLst>
          </p:nvPr>
        </p:nvGraphicFramePr>
        <p:xfrm>
          <a:off x="1469571" y="5026765"/>
          <a:ext cx="890647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8826">
                  <a:extLst>
                    <a:ext uri="{9D8B030D-6E8A-4147-A177-3AD203B41FA5}">
                      <a16:colId xmlns:a16="http://schemas.microsoft.com/office/drawing/2014/main" val="3626162120"/>
                    </a:ext>
                  </a:extLst>
                </a:gridCol>
                <a:gridCol w="2968826">
                  <a:extLst>
                    <a:ext uri="{9D8B030D-6E8A-4147-A177-3AD203B41FA5}">
                      <a16:colId xmlns:a16="http://schemas.microsoft.com/office/drawing/2014/main" val="843265500"/>
                    </a:ext>
                  </a:extLst>
                </a:gridCol>
                <a:gridCol w="2968826">
                  <a:extLst>
                    <a:ext uri="{9D8B030D-6E8A-4147-A177-3AD203B41FA5}">
                      <a16:colId xmlns:a16="http://schemas.microsoft.com/office/drawing/2014/main" val="3907990663"/>
                    </a:ext>
                  </a:extLst>
                </a:gridCol>
              </a:tblGrid>
              <a:tr h="2862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점검대상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결과 등록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330147"/>
                  </a:ext>
                </a:extLst>
              </a:tr>
              <a:tr h="2862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자이로드롭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34611"/>
                  </a:ext>
                </a:extLst>
              </a:tr>
              <a:tr h="28628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56501"/>
                  </a:ext>
                </a:extLst>
              </a:tr>
            </a:tbl>
          </a:graphicData>
        </a:graphic>
      </p:graphicFrame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BD6DA68-7C40-D2BF-66CE-B07EDA4D97CD}"/>
              </a:ext>
            </a:extLst>
          </p:cNvPr>
          <p:cNvSpPr/>
          <p:nvPr/>
        </p:nvSpPr>
        <p:spPr>
          <a:xfrm>
            <a:off x="8285497" y="5456526"/>
            <a:ext cx="1311215" cy="225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결과 등록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50BEEE7-B144-B0FA-2F52-3DA2BDE6874F}"/>
              </a:ext>
            </a:extLst>
          </p:cNvPr>
          <p:cNvSpPr/>
          <p:nvPr/>
        </p:nvSpPr>
        <p:spPr>
          <a:xfrm>
            <a:off x="8285496" y="5826056"/>
            <a:ext cx="1311215" cy="225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결과수정</a:t>
            </a:r>
          </a:p>
        </p:txBody>
      </p:sp>
    </p:spTree>
    <p:extLst>
      <p:ext uri="{BB962C8B-B14F-4D97-AF65-F5344CB8AC3E}">
        <p14:creationId xmlns:p14="http://schemas.microsoft.com/office/powerpoint/2010/main" val="10645819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4841D-8362-85EA-ED5D-F72503B00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D0520EC-D3D2-EB86-6302-032207148847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4A041B9-A61A-11EE-79B3-024412995AF6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점검 현황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내 스케쥴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-&gt;</a:t>
            </a:r>
            <a:r>
              <a:rPr lang="ko-KR" altLang="en-US" sz="2400" b="1" dirty="0"/>
              <a:t> 점검 결과 등록</a:t>
            </a:r>
            <a:r>
              <a:rPr lang="en-US" altLang="ko-KR" sz="2400" b="1" dirty="0"/>
              <a:t> - </a:t>
            </a:r>
            <a:r>
              <a:rPr lang="ko-KR" altLang="en-US" sz="2400" b="1" dirty="0"/>
              <a:t>팀원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04EE99B-7FDE-DCB9-3504-96BB4252BC84}"/>
              </a:ext>
            </a:extLst>
          </p:cNvPr>
          <p:cNvSpPr/>
          <p:nvPr/>
        </p:nvSpPr>
        <p:spPr>
          <a:xfrm>
            <a:off x="842146" y="1377714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7D83904-961F-B069-65F1-190C67158F92}"/>
              </a:ext>
            </a:extLst>
          </p:cNvPr>
          <p:cNvSpPr/>
          <p:nvPr/>
        </p:nvSpPr>
        <p:spPr>
          <a:xfrm>
            <a:off x="3183686" y="1603220"/>
            <a:ext cx="5348377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[</a:t>
            </a:r>
            <a:r>
              <a:rPr lang="ko-KR" altLang="en-US" sz="2000" b="1" dirty="0"/>
              <a:t>점검 대상 이름</a:t>
            </a:r>
            <a:r>
              <a:rPr lang="en-US" altLang="ko-KR" sz="2000" b="1" dirty="0"/>
              <a:t>]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- </a:t>
            </a:r>
            <a:r>
              <a:rPr lang="ko-KR" altLang="en-US" sz="2000" b="1" dirty="0"/>
              <a:t>점검 결과 등록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14FB82A-C637-560A-1BF5-23E4BA3173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197331"/>
              </p:ext>
            </p:extLst>
          </p:nvPr>
        </p:nvGraphicFramePr>
        <p:xfrm>
          <a:off x="1178046" y="2824512"/>
          <a:ext cx="9359658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943">
                  <a:extLst>
                    <a:ext uri="{9D8B030D-6E8A-4147-A177-3AD203B41FA5}">
                      <a16:colId xmlns:a16="http://schemas.microsoft.com/office/drawing/2014/main" val="1224005611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467393083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548179547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568048767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349458890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6048936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세부점검항목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점검 내용 및 기준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사진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업로드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기준 통과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특이사항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632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(O/X)</a:t>
                      </a:r>
                      <a:r>
                        <a:rPr lang="ko-KR" altLang="en-US" dirty="0"/>
                        <a:t>봐서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892495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D273BB9-1B55-4CBC-E898-5FA3F4DC032E}"/>
              </a:ext>
            </a:extLst>
          </p:cNvPr>
          <p:cNvSpPr/>
          <p:nvPr/>
        </p:nvSpPr>
        <p:spPr>
          <a:xfrm>
            <a:off x="8289899" y="5668769"/>
            <a:ext cx="944343" cy="485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등록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4C0199A-494F-1639-3CBB-FA27FA91CEFC}"/>
              </a:ext>
            </a:extLst>
          </p:cNvPr>
          <p:cNvSpPr/>
          <p:nvPr/>
        </p:nvSpPr>
        <p:spPr>
          <a:xfrm>
            <a:off x="9482007" y="5668769"/>
            <a:ext cx="944343" cy="485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Back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06C828-1FEC-AC7C-65A6-6427FC090D06}"/>
              </a:ext>
            </a:extLst>
          </p:cNvPr>
          <p:cNvSpPr/>
          <p:nvPr/>
        </p:nvSpPr>
        <p:spPr>
          <a:xfrm>
            <a:off x="4116374" y="4092315"/>
            <a:ext cx="3037114" cy="1819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테이블 아님 </a:t>
            </a:r>
            <a:endParaRPr lang="en-US" altLang="ko-KR" dirty="0"/>
          </a:p>
          <a:p>
            <a:pPr algn="ctr"/>
            <a:r>
              <a:rPr lang="ko-KR" altLang="en-US" dirty="0"/>
              <a:t>폼 </a:t>
            </a:r>
            <a:r>
              <a:rPr lang="ko-KR" altLang="en-US" dirty="0" err="1"/>
              <a:t>써야함</a:t>
            </a:r>
            <a:br>
              <a:rPr lang="en-US" altLang="ko-KR" dirty="0"/>
            </a:br>
            <a:r>
              <a:rPr lang="ko-KR" altLang="en-US" dirty="0"/>
              <a:t>아닌가</a:t>
            </a:r>
            <a:r>
              <a:rPr lang="en-US" altLang="ko-KR" dirty="0"/>
              <a:t>?</a:t>
            </a:r>
            <a:r>
              <a:rPr lang="ko-KR" altLang="en-US" dirty="0" err="1"/>
              <a:t>ㅋㅋ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89125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D7F46E-350F-6637-6460-CD19501C9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점검현황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ACBF02-FC4F-1C7C-AC5C-7BB876C71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점검확인팀 팀장</a:t>
            </a:r>
          </a:p>
        </p:txBody>
      </p:sp>
    </p:spTree>
    <p:extLst>
      <p:ext uri="{BB962C8B-B14F-4D97-AF65-F5344CB8AC3E}">
        <p14:creationId xmlns:p14="http://schemas.microsoft.com/office/powerpoint/2010/main" val="3676170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F61A5-D5B0-56DC-B07D-CB239333D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F2A3806-FF2A-14A2-9ACA-561AD42EF2E9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8C1AD2-6165-F988-E02D-356941800F15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점검 결과 확인</a:t>
            </a:r>
            <a:r>
              <a:rPr lang="en-US" altLang="ko-KR" sz="2400" b="1" dirty="0"/>
              <a:t> – </a:t>
            </a:r>
            <a:r>
              <a:rPr lang="ko-KR" altLang="en-US" sz="2400" b="1" dirty="0" err="1"/>
              <a:t>확인팀</a:t>
            </a:r>
            <a:r>
              <a:rPr lang="en-US" altLang="ko-KR" sz="2400" b="1" dirty="0"/>
              <a:t>/</a:t>
            </a:r>
            <a:r>
              <a:rPr lang="ko-KR" altLang="en-US" sz="2400" b="1" dirty="0"/>
              <a:t>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8001D2C-D72E-DCF4-B1BA-D365901E0028}"/>
              </a:ext>
            </a:extLst>
          </p:cNvPr>
          <p:cNvSpPr/>
          <p:nvPr/>
        </p:nvSpPr>
        <p:spPr>
          <a:xfrm>
            <a:off x="812494" y="1377714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DDC05CD-2196-A185-1F88-A3298ADF52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758898"/>
              </p:ext>
            </p:extLst>
          </p:nvPr>
        </p:nvGraphicFramePr>
        <p:xfrm>
          <a:off x="1404635" y="2958860"/>
          <a:ext cx="88660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673">
                  <a:extLst>
                    <a:ext uri="{9D8B030D-6E8A-4147-A177-3AD203B41FA5}">
                      <a16:colId xmlns:a16="http://schemas.microsoft.com/office/drawing/2014/main" val="288045391"/>
                    </a:ext>
                  </a:extLst>
                </a:gridCol>
                <a:gridCol w="1477673">
                  <a:extLst>
                    <a:ext uri="{9D8B030D-6E8A-4147-A177-3AD203B41FA5}">
                      <a16:colId xmlns:a16="http://schemas.microsoft.com/office/drawing/2014/main" val="1066299967"/>
                    </a:ext>
                  </a:extLst>
                </a:gridCol>
                <a:gridCol w="1477673">
                  <a:extLst>
                    <a:ext uri="{9D8B030D-6E8A-4147-A177-3AD203B41FA5}">
                      <a16:colId xmlns:a16="http://schemas.microsoft.com/office/drawing/2014/main" val="1440795448"/>
                    </a:ext>
                  </a:extLst>
                </a:gridCol>
                <a:gridCol w="1477673">
                  <a:extLst>
                    <a:ext uri="{9D8B030D-6E8A-4147-A177-3AD203B41FA5}">
                      <a16:colId xmlns:a16="http://schemas.microsoft.com/office/drawing/2014/main" val="3983135575"/>
                    </a:ext>
                  </a:extLst>
                </a:gridCol>
                <a:gridCol w="1477673">
                  <a:extLst>
                    <a:ext uri="{9D8B030D-6E8A-4147-A177-3AD203B41FA5}">
                      <a16:colId xmlns:a16="http://schemas.microsoft.com/office/drawing/2014/main" val="2953584896"/>
                    </a:ext>
                  </a:extLst>
                </a:gridCol>
                <a:gridCol w="1477673">
                  <a:extLst>
                    <a:ext uri="{9D8B030D-6E8A-4147-A177-3AD203B41FA5}">
                      <a16:colId xmlns:a16="http://schemas.microsoft.com/office/drawing/2014/main" val="3928180697"/>
                    </a:ext>
                  </a:extLst>
                </a:gridCol>
              </a:tblGrid>
              <a:tr h="2112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확인자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점검자</a:t>
                      </a:r>
                      <a:r>
                        <a:rPr lang="ko-KR" altLang="en-US" dirty="0"/>
                        <a:t>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대상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특이사항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확인 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120329"/>
                  </a:ext>
                </a:extLst>
              </a:tr>
              <a:tr h="21120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통과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재점검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879030"/>
                  </a:ext>
                </a:extLst>
              </a:tr>
              <a:tr h="21120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218577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BFDB0DF5-9318-1D46-C8BB-DAE0406368ED}"/>
              </a:ext>
            </a:extLst>
          </p:cNvPr>
          <p:cNvSpPr/>
          <p:nvPr/>
        </p:nvSpPr>
        <p:spPr>
          <a:xfrm>
            <a:off x="3737917" y="1642163"/>
            <a:ext cx="3981123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[</a:t>
            </a:r>
            <a:r>
              <a:rPr lang="ko-KR" altLang="en-US" sz="2000" b="1" dirty="0"/>
              <a:t>점검 대상 종류</a:t>
            </a:r>
            <a:r>
              <a:rPr lang="en-US" altLang="ko-KR" sz="2000" b="1" dirty="0"/>
              <a:t>] </a:t>
            </a:r>
            <a:r>
              <a:rPr lang="ko-KR" altLang="en-US" sz="2000" b="1" dirty="0"/>
              <a:t>점검 결과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262A1D8-3CF7-C81D-4896-5825F68C263C}"/>
              </a:ext>
            </a:extLst>
          </p:cNvPr>
          <p:cNvSpPr/>
          <p:nvPr/>
        </p:nvSpPr>
        <p:spPr>
          <a:xfrm>
            <a:off x="1469571" y="2555421"/>
            <a:ext cx="914400" cy="287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긴급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DC705E9-3F59-95F4-2209-27845E349270}"/>
              </a:ext>
            </a:extLst>
          </p:cNvPr>
          <p:cNvSpPr/>
          <p:nvPr/>
        </p:nvSpPr>
        <p:spPr>
          <a:xfrm>
            <a:off x="1404635" y="4280409"/>
            <a:ext cx="914400" cy="287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일반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82AC5B0-C115-12B1-AD33-ED59F93EC9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674123"/>
              </p:ext>
            </p:extLst>
          </p:nvPr>
        </p:nvGraphicFramePr>
        <p:xfrm>
          <a:off x="1332585" y="4725964"/>
          <a:ext cx="90505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116">
                  <a:extLst>
                    <a:ext uri="{9D8B030D-6E8A-4147-A177-3AD203B41FA5}">
                      <a16:colId xmlns:a16="http://schemas.microsoft.com/office/drawing/2014/main" val="288045391"/>
                    </a:ext>
                  </a:extLst>
                </a:gridCol>
                <a:gridCol w="1810116">
                  <a:extLst>
                    <a:ext uri="{9D8B030D-6E8A-4147-A177-3AD203B41FA5}">
                      <a16:colId xmlns:a16="http://schemas.microsoft.com/office/drawing/2014/main" val="1066299967"/>
                    </a:ext>
                  </a:extLst>
                </a:gridCol>
                <a:gridCol w="1810116">
                  <a:extLst>
                    <a:ext uri="{9D8B030D-6E8A-4147-A177-3AD203B41FA5}">
                      <a16:colId xmlns:a16="http://schemas.microsoft.com/office/drawing/2014/main" val="1440795448"/>
                    </a:ext>
                  </a:extLst>
                </a:gridCol>
                <a:gridCol w="1810116">
                  <a:extLst>
                    <a:ext uri="{9D8B030D-6E8A-4147-A177-3AD203B41FA5}">
                      <a16:colId xmlns:a16="http://schemas.microsoft.com/office/drawing/2014/main" val="3785900244"/>
                    </a:ext>
                  </a:extLst>
                </a:gridCol>
                <a:gridCol w="1810116">
                  <a:extLst>
                    <a:ext uri="{9D8B030D-6E8A-4147-A177-3AD203B41FA5}">
                      <a16:colId xmlns:a16="http://schemas.microsoft.com/office/drawing/2014/main" val="3794124256"/>
                    </a:ext>
                  </a:extLst>
                </a:gridCol>
              </a:tblGrid>
              <a:tr h="2112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확인자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점검자</a:t>
                      </a:r>
                      <a:r>
                        <a:rPr lang="ko-KR" altLang="en-US" dirty="0"/>
                        <a:t>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대상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확인 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120329"/>
                  </a:ext>
                </a:extLst>
              </a:tr>
              <a:tr h="21120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통과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재점검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879030"/>
                  </a:ext>
                </a:extLst>
              </a:tr>
              <a:tr h="21120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218577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EA632F5-688A-700F-C1D3-60A620E1415C}"/>
              </a:ext>
            </a:extLst>
          </p:cNvPr>
          <p:cNvSpPr/>
          <p:nvPr/>
        </p:nvSpPr>
        <p:spPr>
          <a:xfrm>
            <a:off x="9192981" y="3547444"/>
            <a:ext cx="726623" cy="3104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조회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55A0D01-A364-4472-74D5-89E861F3E9D6}"/>
              </a:ext>
            </a:extLst>
          </p:cNvPr>
          <p:cNvSpPr/>
          <p:nvPr/>
        </p:nvSpPr>
        <p:spPr>
          <a:xfrm>
            <a:off x="9192981" y="4004718"/>
            <a:ext cx="726623" cy="3104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조회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CC2E5DF-894A-DEA9-DE8E-6F6E9AFAE647}"/>
              </a:ext>
            </a:extLst>
          </p:cNvPr>
          <p:cNvSpPr/>
          <p:nvPr/>
        </p:nvSpPr>
        <p:spPr>
          <a:xfrm>
            <a:off x="9192981" y="5119396"/>
            <a:ext cx="726623" cy="3104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조회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A196A70-2FB5-2DDB-A861-C1C09D81014D}"/>
              </a:ext>
            </a:extLst>
          </p:cNvPr>
          <p:cNvSpPr/>
          <p:nvPr/>
        </p:nvSpPr>
        <p:spPr>
          <a:xfrm>
            <a:off x="9192981" y="5480286"/>
            <a:ext cx="726623" cy="3104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조회</a:t>
            </a:r>
          </a:p>
        </p:txBody>
      </p:sp>
    </p:spTree>
    <p:extLst>
      <p:ext uri="{BB962C8B-B14F-4D97-AF65-F5344CB8AC3E}">
        <p14:creationId xmlns:p14="http://schemas.microsoft.com/office/powerpoint/2010/main" val="20184195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AE863-53F7-AB56-8A83-235371BAC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57F8813-05BF-AA67-8268-7C9836A961D9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E8CDF5-853E-B487-91DA-386E9CBAA7BD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금일 점검 현황</a:t>
            </a:r>
            <a:r>
              <a:rPr lang="en-US" altLang="ko-KR" sz="2400" b="1" dirty="0"/>
              <a:t>(</a:t>
            </a:r>
            <a:r>
              <a:rPr lang="ko-KR" altLang="en-US" sz="2400" b="1" dirty="0" err="1"/>
              <a:t>확인팀</a:t>
            </a:r>
            <a:r>
              <a:rPr lang="ko-KR" altLang="en-US" sz="2400" b="1" dirty="0"/>
              <a:t> 팀원 전체 스케쥴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endParaRPr lang="en-US" altLang="ko-KR" sz="2400" b="1" dirty="0"/>
          </a:p>
          <a:p>
            <a:pPr algn="ctr"/>
            <a:r>
              <a:rPr lang="en-US" altLang="ko-KR" sz="2400" b="1" dirty="0"/>
              <a:t>-&gt;</a:t>
            </a:r>
            <a:r>
              <a:rPr lang="ko-KR" altLang="en-US" sz="2400" b="1" dirty="0"/>
              <a:t> 점검 확인 결과 조회</a:t>
            </a:r>
            <a:r>
              <a:rPr lang="en-US" altLang="ko-KR" sz="2400" b="1" dirty="0"/>
              <a:t> – </a:t>
            </a:r>
            <a:r>
              <a:rPr lang="ko-KR" altLang="en-US" sz="2400" b="1" dirty="0" err="1"/>
              <a:t>확인팀</a:t>
            </a:r>
            <a:r>
              <a:rPr lang="ko-KR" altLang="en-US" sz="2400" b="1" dirty="0"/>
              <a:t> 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B5BC02-426E-3E53-5A10-92F4F37CC5B5}"/>
              </a:ext>
            </a:extLst>
          </p:cNvPr>
          <p:cNvSpPr/>
          <p:nvPr/>
        </p:nvSpPr>
        <p:spPr>
          <a:xfrm>
            <a:off x="842146" y="1377714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46DAE36-0955-7CF4-F13D-E880CD3CB331}"/>
              </a:ext>
            </a:extLst>
          </p:cNvPr>
          <p:cNvSpPr/>
          <p:nvPr/>
        </p:nvSpPr>
        <p:spPr>
          <a:xfrm>
            <a:off x="3183686" y="1603220"/>
            <a:ext cx="5348377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[</a:t>
            </a:r>
            <a:r>
              <a:rPr lang="ko-KR" altLang="en-US" sz="2000" b="1" dirty="0"/>
              <a:t>점검 대상 이름</a:t>
            </a:r>
            <a:r>
              <a:rPr lang="en-US" altLang="ko-KR" sz="2000" b="1" dirty="0"/>
              <a:t>]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- </a:t>
            </a:r>
            <a:r>
              <a:rPr lang="ko-KR" altLang="en-US" sz="2000" b="1" dirty="0"/>
              <a:t>점검 확인 결과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8055437-AA71-0FC7-4511-FE7CDB6560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131114"/>
              </p:ext>
            </p:extLst>
          </p:nvPr>
        </p:nvGraphicFramePr>
        <p:xfrm>
          <a:off x="1178046" y="2824512"/>
          <a:ext cx="9261357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3051">
                  <a:extLst>
                    <a:ext uri="{9D8B030D-6E8A-4147-A177-3AD203B41FA5}">
                      <a16:colId xmlns:a16="http://schemas.microsoft.com/office/drawing/2014/main" val="467393083"/>
                    </a:ext>
                  </a:extLst>
                </a:gridCol>
                <a:gridCol w="1323051">
                  <a:extLst>
                    <a:ext uri="{9D8B030D-6E8A-4147-A177-3AD203B41FA5}">
                      <a16:colId xmlns:a16="http://schemas.microsoft.com/office/drawing/2014/main" val="548179547"/>
                    </a:ext>
                  </a:extLst>
                </a:gridCol>
                <a:gridCol w="1323051">
                  <a:extLst>
                    <a:ext uri="{9D8B030D-6E8A-4147-A177-3AD203B41FA5}">
                      <a16:colId xmlns:a16="http://schemas.microsoft.com/office/drawing/2014/main" val="568048767"/>
                    </a:ext>
                  </a:extLst>
                </a:gridCol>
                <a:gridCol w="1323051">
                  <a:extLst>
                    <a:ext uri="{9D8B030D-6E8A-4147-A177-3AD203B41FA5}">
                      <a16:colId xmlns:a16="http://schemas.microsoft.com/office/drawing/2014/main" val="349458890"/>
                    </a:ext>
                  </a:extLst>
                </a:gridCol>
                <a:gridCol w="1323051">
                  <a:extLst>
                    <a:ext uri="{9D8B030D-6E8A-4147-A177-3AD203B41FA5}">
                      <a16:colId xmlns:a16="http://schemas.microsoft.com/office/drawing/2014/main" val="604893604"/>
                    </a:ext>
                  </a:extLst>
                </a:gridCol>
                <a:gridCol w="1323051">
                  <a:extLst>
                    <a:ext uri="{9D8B030D-6E8A-4147-A177-3AD203B41FA5}">
                      <a16:colId xmlns:a16="http://schemas.microsoft.com/office/drawing/2014/main" val="1243508245"/>
                    </a:ext>
                  </a:extLst>
                </a:gridCol>
                <a:gridCol w="1323051">
                  <a:extLst>
                    <a:ext uri="{9D8B030D-6E8A-4147-A177-3AD203B41FA5}">
                      <a16:colId xmlns:a16="http://schemas.microsoft.com/office/drawing/2014/main" val="26974287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세부점검항목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점검 내용 및 기준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사진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업로드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기준 통과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특이사항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</a:t>
                      </a:r>
                      <a:r>
                        <a:rPr lang="ko-KR" altLang="en-US" sz="1600" dirty="0"/>
                        <a:t>차점검자 기준통과여부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</a:t>
                      </a:r>
                      <a:r>
                        <a:rPr lang="ko-KR" altLang="en-US" sz="1600" dirty="0"/>
                        <a:t>차점검자 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ko-KR" altLang="en-US" sz="1600" dirty="0"/>
                        <a:t>특이사항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632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(O/X)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892495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41482F8E-45A3-057F-AEC0-95F3C2861DDA}"/>
              </a:ext>
            </a:extLst>
          </p:cNvPr>
          <p:cNvSpPr/>
          <p:nvPr/>
        </p:nvSpPr>
        <p:spPr>
          <a:xfrm>
            <a:off x="9359575" y="5651517"/>
            <a:ext cx="944343" cy="485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97582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6753F-1653-69B9-B490-3F9B4AAC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263A35-947B-33A3-8257-5321983D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점검현황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0224EA-0091-D33C-9431-44DC2A896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점검확인팀 팀원</a:t>
            </a:r>
          </a:p>
        </p:txBody>
      </p:sp>
    </p:spTree>
    <p:extLst>
      <p:ext uri="{BB962C8B-B14F-4D97-AF65-F5344CB8AC3E}">
        <p14:creationId xmlns:p14="http://schemas.microsoft.com/office/powerpoint/2010/main" val="36063262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7AE59-59D8-7DA2-E4D2-B735E1DD4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1D7BE1D-D85C-585F-E0E5-9D0146F9A6CF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D6F6F69-6529-6B7E-8668-997E8C800AA2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점검 결과 확인</a:t>
            </a:r>
            <a:r>
              <a:rPr lang="en-US" altLang="ko-KR" sz="2400" b="1" dirty="0"/>
              <a:t> – </a:t>
            </a:r>
            <a:r>
              <a:rPr lang="ko-KR" altLang="en-US" sz="2400" b="1" dirty="0" err="1"/>
              <a:t>확인팀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팀원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13EA0C6-C662-7CB0-F0BC-2F425C1C04C2}"/>
              </a:ext>
            </a:extLst>
          </p:cNvPr>
          <p:cNvSpPr/>
          <p:nvPr/>
        </p:nvSpPr>
        <p:spPr>
          <a:xfrm>
            <a:off x="812494" y="1377714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68BEC6B-E112-C177-391A-6CFFB61044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453076"/>
              </p:ext>
            </p:extLst>
          </p:nvPr>
        </p:nvGraphicFramePr>
        <p:xfrm>
          <a:off x="1404635" y="2958860"/>
          <a:ext cx="90505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116">
                  <a:extLst>
                    <a:ext uri="{9D8B030D-6E8A-4147-A177-3AD203B41FA5}">
                      <a16:colId xmlns:a16="http://schemas.microsoft.com/office/drawing/2014/main" val="288045391"/>
                    </a:ext>
                  </a:extLst>
                </a:gridCol>
                <a:gridCol w="1810116">
                  <a:extLst>
                    <a:ext uri="{9D8B030D-6E8A-4147-A177-3AD203B41FA5}">
                      <a16:colId xmlns:a16="http://schemas.microsoft.com/office/drawing/2014/main" val="1440795448"/>
                    </a:ext>
                  </a:extLst>
                </a:gridCol>
                <a:gridCol w="1810116">
                  <a:extLst>
                    <a:ext uri="{9D8B030D-6E8A-4147-A177-3AD203B41FA5}">
                      <a16:colId xmlns:a16="http://schemas.microsoft.com/office/drawing/2014/main" val="3785900244"/>
                    </a:ext>
                  </a:extLst>
                </a:gridCol>
                <a:gridCol w="1810116">
                  <a:extLst>
                    <a:ext uri="{9D8B030D-6E8A-4147-A177-3AD203B41FA5}">
                      <a16:colId xmlns:a16="http://schemas.microsoft.com/office/drawing/2014/main" val="3567784577"/>
                    </a:ext>
                  </a:extLst>
                </a:gridCol>
                <a:gridCol w="1810116">
                  <a:extLst>
                    <a:ext uri="{9D8B030D-6E8A-4147-A177-3AD203B41FA5}">
                      <a16:colId xmlns:a16="http://schemas.microsoft.com/office/drawing/2014/main" val="3413724281"/>
                    </a:ext>
                  </a:extLst>
                </a:gridCol>
              </a:tblGrid>
              <a:tr h="2112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점검자</a:t>
                      </a:r>
                      <a:r>
                        <a:rPr lang="ko-KR" altLang="en-US" dirty="0"/>
                        <a:t> 명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대상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확인 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특이사항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120329"/>
                  </a:ext>
                </a:extLst>
              </a:tr>
              <a:tr h="21120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통과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재점검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879030"/>
                  </a:ext>
                </a:extLst>
              </a:tr>
              <a:tr h="21120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218577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E8B7E9D0-0BDC-9D5A-26BB-DACC683C704A}"/>
              </a:ext>
            </a:extLst>
          </p:cNvPr>
          <p:cNvSpPr/>
          <p:nvPr/>
        </p:nvSpPr>
        <p:spPr>
          <a:xfrm>
            <a:off x="3737917" y="1642163"/>
            <a:ext cx="3981123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오늘 </a:t>
            </a:r>
            <a:r>
              <a:rPr lang="en-US" altLang="ko-KR" sz="2000" b="1" dirty="0"/>
              <a:t>[</a:t>
            </a:r>
            <a:r>
              <a:rPr lang="ko-KR" altLang="en-US" sz="2000" b="1" dirty="0"/>
              <a:t>점검 대상 종류</a:t>
            </a:r>
            <a:r>
              <a:rPr lang="en-US" altLang="ko-KR" sz="2000" b="1" dirty="0"/>
              <a:t>] </a:t>
            </a:r>
            <a:r>
              <a:rPr lang="ko-KR" altLang="en-US" sz="2000" b="1" dirty="0"/>
              <a:t>점검 결과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11A842-1DC7-1EF3-6126-FB3F528FFAF8}"/>
              </a:ext>
            </a:extLst>
          </p:cNvPr>
          <p:cNvSpPr/>
          <p:nvPr/>
        </p:nvSpPr>
        <p:spPr>
          <a:xfrm>
            <a:off x="1469571" y="2555421"/>
            <a:ext cx="914400" cy="287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긴급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761568-C071-7206-1D3B-C38605B4C5C1}"/>
              </a:ext>
            </a:extLst>
          </p:cNvPr>
          <p:cNvSpPr/>
          <p:nvPr/>
        </p:nvSpPr>
        <p:spPr>
          <a:xfrm>
            <a:off x="1404635" y="4280409"/>
            <a:ext cx="914400" cy="287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일반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4FBF3A2-1F01-D6D1-13F7-D98F80950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901929"/>
              </p:ext>
            </p:extLst>
          </p:nvPr>
        </p:nvGraphicFramePr>
        <p:xfrm>
          <a:off x="1404635" y="4725964"/>
          <a:ext cx="90505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2645">
                  <a:extLst>
                    <a:ext uri="{9D8B030D-6E8A-4147-A177-3AD203B41FA5}">
                      <a16:colId xmlns:a16="http://schemas.microsoft.com/office/drawing/2014/main" val="288045391"/>
                    </a:ext>
                  </a:extLst>
                </a:gridCol>
                <a:gridCol w="2262645">
                  <a:extLst>
                    <a:ext uri="{9D8B030D-6E8A-4147-A177-3AD203B41FA5}">
                      <a16:colId xmlns:a16="http://schemas.microsoft.com/office/drawing/2014/main" val="1440795448"/>
                    </a:ext>
                  </a:extLst>
                </a:gridCol>
                <a:gridCol w="2262645">
                  <a:extLst>
                    <a:ext uri="{9D8B030D-6E8A-4147-A177-3AD203B41FA5}">
                      <a16:colId xmlns:a16="http://schemas.microsoft.com/office/drawing/2014/main" val="3785900244"/>
                    </a:ext>
                  </a:extLst>
                </a:gridCol>
                <a:gridCol w="2262645">
                  <a:extLst>
                    <a:ext uri="{9D8B030D-6E8A-4147-A177-3AD203B41FA5}">
                      <a16:colId xmlns:a16="http://schemas.microsoft.com/office/drawing/2014/main" val="3404488681"/>
                    </a:ext>
                  </a:extLst>
                </a:gridCol>
              </a:tblGrid>
              <a:tr h="2112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점검자</a:t>
                      </a:r>
                      <a:r>
                        <a:rPr lang="ko-KR" altLang="en-US" dirty="0"/>
                        <a:t> 명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대상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확인 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120329"/>
                  </a:ext>
                </a:extLst>
              </a:tr>
              <a:tr h="21120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통과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재점검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879030"/>
                  </a:ext>
                </a:extLst>
              </a:tr>
              <a:tr h="21120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218577"/>
                  </a:ext>
                </a:extLst>
              </a:tr>
            </a:tbl>
          </a:graphicData>
        </a:graphic>
      </p:graphicFrame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79AAFF7-A2AE-FE80-7667-58BE7856DF76}"/>
              </a:ext>
            </a:extLst>
          </p:cNvPr>
          <p:cNvSpPr/>
          <p:nvPr/>
        </p:nvSpPr>
        <p:spPr>
          <a:xfrm>
            <a:off x="8956220" y="3352292"/>
            <a:ext cx="726623" cy="3104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조회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B1345A9-90DD-C015-591F-F7226F9E8585}"/>
              </a:ext>
            </a:extLst>
          </p:cNvPr>
          <p:cNvSpPr/>
          <p:nvPr/>
        </p:nvSpPr>
        <p:spPr>
          <a:xfrm>
            <a:off x="8956220" y="3718004"/>
            <a:ext cx="726623" cy="3104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조회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32CC28B-AB09-EAB8-1C7C-D3377D60A43D}"/>
              </a:ext>
            </a:extLst>
          </p:cNvPr>
          <p:cNvSpPr/>
          <p:nvPr/>
        </p:nvSpPr>
        <p:spPr>
          <a:xfrm>
            <a:off x="8956220" y="5119396"/>
            <a:ext cx="726623" cy="3104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조회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A88FF2B-4B14-6A90-FD5B-621E2D0ED0EB}"/>
              </a:ext>
            </a:extLst>
          </p:cNvPr>
          <p:cNvSpPr/>
          <p:nvPr/>
        </p:nvSpPr>
        <p:spPr>
          <a:xfrm>
            <a:off x="8956220" y="5480286"/>
            <a:ext cx="726623" cy="3104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조회</a:t>
            </a:r>
          </a:p>
        </p:txBody>
      </p:sp>
    </p:spTree>
    <p:extLst>
      <p:ext uri="{BB962C8B-B14F-4D97-AF65-F5344CB8AC3E}">
        <p14:creationId xmlns:p14="http://schemas.microsoft.com/office/powerpoint/2010/main" val="32433357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78254-4B35-C4E9-126B-8A3209C08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2F02452-19B2-F0A2-56F6-98B6673E8AF3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0835CD-61B0-C826-38F3-DE6B555F508F}"/>
              </a:ext>
            </a:extLst>
          </p:cNvPr>
          <p:cNvSpPr/>
          <p:nvPr/>
        </p:nvSpPr>
        <p:spPr>
          <a:xfrm>
            <a:off x="710293" y="233118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점검 현황</a:t>
            </a:r>
            <a:r>
              <a:rPr lang="en-US" altLang="ko-KR" sz="2400" b="1" dirty="0"/>
              <a:t>(</a:t>
            </a:r>
            <a:r>
              <a:rPr lang="ko-KR" altLang="en-US" sz="2400" b="1" dirty="0" err="1"/>
              <a:t>확인팀원</a:t>
            </a:r>
            <a:r>
              <a:rPr lang="ko-KR" altLang="en-US" sz="2400" b="1" dirty="0"/>
              <a:t> 스케쥴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endParaRPr lang="en-US" altLang="ko-KR" sz="2400" b="1" dirty="0"/>
          </a:p>
          <a:p>
            <a:pPr algn="ctr"/>
            <a:r>
              <a:rPr lang="en-US" altLang="ko-KR" sz="2400" b="1" dirty="0"/>
              <a:t>-&gt;</a:t>
            </a:r>
            <a:r>
              <a:rPr lang="ko-KR" altLang="en-US" sz="2400" b="1" dirty="0"/>
              <a:t> 점검 결과 확인</a:t>
            </a:r>
            <a:r>
              <a:rPr lang="en-US" altLang="ko-KR" sz="2400" b="1" dirty="0"/>
              <a:t> – </a:t>
            </a:r>
            <a:r>
              <a:rPr lang="ko-KR" altLang="en-US" sz="2400" b="1" dirty="0" err="1"/>
              <a:t>확인팀</a:t>
            </a:r>
            <a:r>
              <a:rPr lang="ko-KR" altLang="en-US" sz="2400" b="1" dirty="0"/>
              <a:t> 팀원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BF801C-39C5-264A-B3C3-CEDA442DFD94}"/>
              </a:ext>
            </a:extLst>
          </p:cNvPr>
          <p:cNvSpPr/>
          <p:nvPr/>
        </p:nvSpPr>
        <p:spPr>
          <a:xfrm>
            <a:off x="842146" y="1377714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C97C645-073A-45A1-28A6-0950EA8A8849}"/>
              </a:ext>
            </a:extLst>
          </p:cNvPr>
          <p:cNvSpPr/>
          <p:nvPr/>
        </p:nvSpPr>
        <p:spPr>
          <a:xfrm>
            <a:off x="3183686" y="1603220"/>
            <a:ext cx="5348377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[</a:t>
            </a:r>
            <a:r>
              <a:rPr lang="ko-KR" altLang="en-US" sz="2000" b="1" dirty="0"/>
              <a:t>점검 대상 이름</a:t>
            </a:r>
            <a:r>
              <a:rPr lang="en-US" altLang="ko-KR" sz="2000" b="1" dirty="0"/>
              <a:t>]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- </a:t>
            </a:r>
            <a:r>
              <a:rPr lang="ko-KR" altLang="en-US" sz="2000" b="1" dirty="0"/>
              <a:t>점검 결과 확인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FCC58EB-2D58-FE07-4473-DE1576524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788044"/>
              </p:ext>
            </p:extLst>
          </p:nvPr>
        </p:nvGraphicFramePr>
        <p:xfrm>
          <a:off x="1178046" y="2824512"/>
          <a:ext cx="9359656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957">
                  <a:extLst>
                    <a:ext uri="{9D8B030D-6E8A-4147-A177-3AD203B41FA5}">
                      <a16:colId xmlns:a16="http://schemas.microsoft.com/office/drawing/2014/main" val="1224005611"/>
                    </a:ext>
                  </a:extLst>
                </a:gridCol>
                <a:gridCol w="1169957">
                  <a:extLst>
                    <a:ext uri="{9D8B030D-6E8A-4147-A177-3AD203B41FA5}">
                      <a16:colId xmlns:a16="http://schemas.microsoft.com/office/drawing/2014/main" val="467393083"/>
                    </a:ext>
                  </a:extLst>
                </a:gridCol>
                <a:gridCol w="1169957">
                  <a:extLst>
                    <a:ext uri="{9D8B030D-6E8A-4147-A177-3AD203B41FA5}">
                      <a16:colId xmlns:a16="http://schemas.microsoft.com/office/drawing/2014/main" val="548179547"/>
                    </a:ext>
                  </a:extLst>
                </a:gridCol>
                <a:gridCol w="1169957">
                  <a:extLst>
                    <a:ext uri="{9D8B030D-6E8A-4147-A177-3AD203B41FA5}">
                      <a16:colId xmlns:a16="http://schemas.microsoft.com/office/drawing/2014/main" val="568048767"/>
                    </a:ext>
                  </a:extLst>
                </a:gridCol>
                <a:gridCol w="1169957">
                  <a:extLst>
                    <a:ext uri="{9D8B030D-6E8A-4147-A177-3AD203B41FA5}">
                      <a16:colId xmlns:a16="http://schemas.microsoft.com/office/drawing/2014/main" val="349458890"/>
                    </a:ext>
                  </a:extLst>
                </a:gridCol>
                <a:gridCol w="1169957">
                  <a:extLst>
                    <a:ext uri="{9D8B030D-6E8A-4147-A177-3AD203B41FA5}">
                      <a16:colId xmlns:a16="http://schemas.microsoft.com/office/drawing/2014/main" val="604893604"/>
                    </a:ext>
                  </a:extLst>
                </a:gridCol>
                <a:gridCol w="1169957">
                  <a:extLst>
                    <a:ext uri="{9D8B030D-6E8A-4147-A177-3AD203B41FA5}">
                      <a16:colId xmlns:a16="http://schemas.microsoft.com/office/drawing/2014/main" val="3721186016"/>
                    </a:ext>
                  </a:extLst>
                </a:gridCol>
                <a:gridCol w="1169957">
                  <a:extLst>
                    <a:ext uri="{9D8B030D-6E8A-4147-A177-3AD203B41FA5}">
                      <a16:colId xmlns:a16="http://schemas.microsoft.com/office/drawing/2014/main" val="4244982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세부점검항목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점검 내용 및 기준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사진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업로드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기준 통과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특이사항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</a:t>
                      </a:r>
                      <a:r>
                        <a:rPr lang="ko-KR" altLang="en-US" sz="1600" dirty="0"/>
                        <a:t>차점검자 기준통과여부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</a:t>
                      </a:r>
                      <a:r>
                        <a:rPr lang="ko-KR" altLang="en-US" sz="1600" dirty="0"/>
                        <a:t>차점검자 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ko-KR" altLang="en-US" sz="1600" dirty="0"/>
                        <a:t>특이사항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632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(O/X)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892495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81B211E7-80DC-3859-CBD7-AC56A451B2E0}"/>
              </a:ext>
            </a:extLst>
          </p:cNvPr>
          <p:cNvSpPr/>
          <p:nvPr/>
        </p:nvSpPr>
        <p:spPr>
          <a:xfrm>
            <a:off x="9359575" y="5651517"/>
            <a:ext cx="944343" cy="485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Back</a:t>
            </a:r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817D624-EDDC-D87B-9B88-3F9F8E4420CB}"/>
              </a:ext>
            </a:extLst>
          </p:cNvPr>
          <p:cNvSpPr/>
          <p:nvPr/>
        </p:nvSpPr>
        <p:spPr>
          <a:xfrm>
            <a:off x="9320718" y="5101595"/>
            <a:ext cx="9434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저장</a:t>
            </a:r>
          </a:p>
        </p:txBody>
      </p:sp>
    </p:spTree>
    <p:extLst>
      <p:ext uri="{BB962C8B-B14F-4D97-AF65-F5344CB8AC3E}">
        <p14:creationId xmlns:p14="http://schemas.microsoft.com/office/powerpoint/2010/main" val="14176021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A5B41-4BEE-1C16-4538-26DDF6D82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D45749-2BC3-E9A1-79C6-F71E56688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71D945-FB2D-E60B-9B35-5D8F19046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0144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1336</TotalTime>
  <Words>1447</Words>
  <Application>Microsoft Office PowerPoint</Application>
  <PresentationFormat>와이드스크린</PresentationFormat>
  <Paragraphs>633</Paragraphs>
  <Slides>57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57</vt:i4>
      </vt:variant>
    </vt:vector>
  </HeadingPairs>
  <TitlesOfParts>
    <vt:vector size="6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회원가입</vt:lpstr>
      <vt:lpstr>PowerPoint 프레젠테이션</vt:lpstr>
      <vt:lpstr>건의함</vt:lpstr>
      <vt:lpstr>PowerPoint 프레젠테이션</vt:lpstr>
      <vt:lpstr>건의함</vt:lpstr>
      <vt:lpstr>PowerPoint 프레젠테이션</vt:lpstr>
      <vt:lpstr>PowerPoint 프레젠테이션</vt:lpstr>
      <vt:lpstr>마이페이지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마이페이지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마이페이지</vt:lpstr>
      <vt:lpstr>PowerPoint 프레젠테이션</vt:lpstr>
      <vt:lpstr>PowerPoint 프레젠테이션</vt:lpstr>
      <vt:lpstr>PowerPoint 프레젠테이션</vt:lpstr>
      <vt:lpstr>마이페이지</vt:lpstr>
      <vt:lpstr>PowerPoint 프레젠테이션</vt:lpstr>
      <vt:lpstr>PowerPoint 프레젠테이션</vt:lpstr>
      <vt:lpstr>PowerPoint 프레젠테이션</vt:lpstr>
      <vt:lpstr>PowerPoint 프레젠테이션</vt:lpstr>
      <vt:lpstr>마이페이지</vt:lpstr>
      <vt:lpstr>PowerPoint 프레젠테이션</vt:lpstr>
      <vt:lpstr>마이페이지</vt:lpstr>
      <vt:lpstr>PowerPoint 프레젠테이션</vt:lpstr>
      <vt:lpstr>점검현황</vt:lpstr>
      <vt:lpstr>PowerPoint 프레젠테이션</vt:lpstr>
      <vt:lpstr>PowerPoint 프레젠테이션</vt:lpstr>
      <vt:lpstr>점검현황</vt:lpstr>
      <vt:lpstr>PowerPoint 프레젠테이션</vt:lpstr>
      <vt:lpstr>PowerPoint 프레젠테이션</vt:lpstr>
      <vt:lpstr>점검현황</vt:lpstr>
      <vt:lpstr>PowerPoint 프레젠테이션</vt:lpstr>
      <vt:lpstr>PowerPoint 프레젠테이션</vt:lpstr>
      <vt:lpstr>점검현황</vt:lpstr>
      <vt:lpstr>PowerPoint 프레젠테이션</vt:lpstr>
      <vt:lpstr>PowerPoint 프레젠테이션</vt:lpstr>
      <vt:lpstr>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PC1_015</dc:creator>
  <cp:lastModifiedBy>PC3-14</cp:lastModifiedBy>
  <cp:revision>57</cp:revision>
  <dcterms:created xsi:type="dcterms:W3CDTF">2026-01-15T08:32:29Z</dcterms:created>
  <dcterms:modified xsi:type="dcterms:W3CDTF">2026-01-21T03:36:30Z</dcterms:modified>
</cp:coreProperties>
</file>